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6cea93f84f4fb1" /><Relationship Type="http://schemas.openxmlformats.org/officeDocument/2006/relationships/extended-properties" Target="/docProps/app.xml" Id="Rcdf05a6cc0b3487f" /><Relationship Type="http://schemas.openxmlformats.org/officeDocument/2006/relationships/officeDocument" Target="/ppt/presentation.xml" Id="R1044b1c7c807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ec004811064828"/>
  </p:sldMasterIdLst>
  <p:notesMasterIdLst>
    <p:notesMasterId xmlns:r="http://schemas.openxmlformats.org/officeDocument/2006/relationships" r:id="R5d211903708d4990"/>
  </p:notesMasterIdLst>
  <p:sldIdLst>
    <p:sldId xmlns:r="http://schemas.openxmlformats.org/officeDocument/2006/relationships" id="256" r:id="R2351fb813f6f4e82"/>
    <p:sldId xmlns:r="http://schemas.openxmlformats.org/officeDocument/2006/relationships" id="257" r:id="R17d08058095c46ff"/>
    <p:sldId xmlns:r="http://schemas.openxmlformats.org/officeDocument/2006/relationships" id="258" r:id="Rb873cffd5f72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e2f5ac3f7f4adc" /><Relationship Type="http://schemas.openxmlformats.org/officeDocument/2006/relationships/slideMaster" Target="/ppt/slideMasters/slideMaster1.xml" Id="R32ec004811064828" /><Relationship Type="http://schemas.openxmlformats.org/officeDocument/2006/relationships/notesMaster" Target="/ppt/notesMasters/notesMaster1.xml" Id="R5d211903708d4990" /><Relationship Type="http://schemas.openxmlformats.org/officeDocument/2006/relationships/presProps" Target="/ppt/presProps.xml" Id="Rc35a84b929a5417a" /><Relationship Type="http://schemas.openxmlformats.org/officeDocument/2006/relationships/tableStyles" Target="/ppt/tableStyles.xml" Id="R0676ecdcabed4533" /><Relationship Type="http://schemas.openxmlformats.org/officeDocument/2006/relationships/slide" Target="/ppt/slides/slide1.xml" Id="R2351fb813f6f4e82" /><Relationship Type="http://schemas.openxmlformats.org/officeDocument/2006/relationships/slide" Target="/ppt/slides/slide2.xml" Id="R17d08058095c46ff" /><Relationship Type="http://schemas.openxmlformats.org/officeDocument/2006/relationships/slide" Target="/ppt/slides/slide3.xml" Id="Rb873cffd5f72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d1c9d5bb04e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7f3acd57044390" /><Relationship Type="http://schemas.openxmlformats.org/officeDocument/2006/relationships/notesMaster" Target="/ppt/notesMasters/notesMaster1.xml" Id="R320ac2ffcf81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6619b145e4acf" /><Relationship Type="http://schemas.openxmlformats.org/officeDocument/2006/relationships/notesMaster" Target="/ppt/notesMasters/notesMaster1.xml" Id="R6c853a5f5381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6e39913eda4a65" /><Relationship Type="http://schemas.openxmlformats.org/officeDocument/2006/relationships/notesMaster" Target="/ppt/notesMasters/notesMaster1.xml" Id="R535fc210a3d9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ads/.runtime/rag_eval_test_20261008/root/final_summary.json；D:/Projects/549 native ads/.runtime/rag_eval_test_20261008/root/scoring_inputs/judgments.csv、retrieval_runs.csv、rankings.csv；D:/Projects/549 native ads/docs/retrieval_evaluation.zh-CN.md。10月15日已从保存的排名和相关性判断独立复算。Hit@5为前五项至少出现一个相关结果的题数，二元相关阈值&gt;=2；不是找全率。NDCG使用0–3级线性增益；MRR在第5项截断。Recall分母为已知、已判的相关池，不是全库相关材料。不同通道的评估阶段不同，不能据此认定某检索器在同等条件下更优。该历史本地冻结版本不代表当前线上表现。同期实际内容问答完成2/12，且include_inferred设置发生变化，不能将检索分数当作回答准确率。本页没有人工真值或CLAIMS标签分类质量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ads/.runtime/rag_eval_test_20261008/root_b1k/README.zh-CN.md（共998题，2题无效，996题有效）；D:/Projects/549 native ads/.runtime/rag_eval_test_20261008/ref_v2/scores_v2.json、ref_new3_v2.json。采用最后一次修订，不采用已被替代的342个正例参考。Q轮真阳性227、假阳性4；R轮真阳性283、假阳性5；共同参考正例296。Q微平均P=227/231、R=227/296；R微平均P=283/288、R=283/296。明确参考名单完全一致Q30/50、R37/50。参考池296个正例、12个负例、97个有争议、6个中立，共411个题目—文章配对、172个不同记录ID。这些固定参考回归指标不是RAGAS分数，不是未见题验证或当前线上分数。参考候选来自历史标注及两轮输出，仍有选择偏差。大规模测试原先的通过率使用随输出修改的参考，本页不采用。R轮之后的新实现仍需固定版本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ads/docs/rag_three_metric_preflight_20261015.zh-CN.md；D:/Projects/549 native ads/.runtime/rag_three_metrics_preflight_20261015/root/cost_estimate.json。目前只完成日志可适配性预检，尚未完成评分器验证或执行评分。Context Precision可适配304题、2075个有序写作证据对象，其中7题最终生成失败但上下文仍可独立评估。普通写作Faithfulness为446题；另外495题多阶段名单筛查只能单列最终证据支持诊断。Answer Relevance1272题包含65题证据不足回答，应单列；排除11个服务错误。1283道有效题来自原B1K996题及N97、M95、R95，跨4个历史代码版本；不含旧278题/Customer24、P59/R2及P60–66。各指标分母不同，不能相加。基本估计精确值4.684937美元；可选诊断增加5.470479美元，共10.155416美元。沿用英文版已核验价格假设：gpt-5.6-luna标准输入0.20美元/百万token、输出1.20美元/百万token，text-embedding-3-small0.02美元/百万token；reasoning=none、单次、无重试。输出用量及预留均为估计。尚未授权或执行付费评分。标准RAGAS语义Context Recall未评分且不在本预算内。当前代码重新作答需要另行冻结数据、代码、范围、参考及费用上限。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66cd6a2c844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e11f5df864e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039489e054f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aed235fd941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d56259e074e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601059214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F7548E-C975-4F96-AE9E-F1658BB66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6C168E-84F6-412D-914E-0A6B2932CE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7EBCA0-6ADD-47F3-9EED-F420B3E3FF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726232-1179-4560-BE71-5B8510910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B29E8-C719-435F-B040-B693AACF6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666EA4-74A9-4FB5-8670-E8C0A72A5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D54883-31EF-4BBF-9FCB-82E4C0ED8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351E4C-C51A-4646-A4A6-EA7F15E252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A6BC7A-4175-4220-940E-19B55FC33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2B0417-8C3A-4B07-90DA-88C2B1B72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829ec44da46a3" /><Relationship Type="http://schemas.openxmlformats.org/officeDocument/2006/relationships/slideLayout" Target="/ppt/slideLayouts/slideLayout1.xml" Id="R9046def13313430e" /><Relationship Type="http://schemas.openxmlformats.org/officeDocument/2006/relationships/slideLayout" Target="/ppt/slideLayouts/slideLayout2.xml" Id="R66bbeac400f34060" /><Relationship Type="http://schemas.openxmlformats.org/officeDocument/2006/relationships/slideLayout" Target="/ppt/slideLayouts/slideLayout3.xml" Id="R3a2734e2d4cb4f7d" /><Relationship Type="http://schemas.openxmlformats.org/officeDocument/2006/relationships/slideLayout" Target="/ppt/slideLayouts/slideLayout4.xml" Id="R348c0afca3214d9f" /><Relationship Type="http://schemas.openxmlformats.org/officeDocument/2006/relationships/slideLayout" Target="/ppt/slideLayouts/slideLayout5.xml" Id="R4f478d24363b40d7" /><Relationship Type="http://schemas.openxmlformats.org/officeDocument/2006/relationships/slideLayout" Target="/ppt/slideLayouts/slideLayout6.xml" Id="Rcd5e1d19184a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6def13313430e"/>
    <p:sldLayoutId xmlns:r="http://schemas.openxmlformats.org/officeDocument/2006/relationships" id="2147483650" r:id="R66bbeac400f34060"/>
    <p:sldLayoutId xmlns:r="http://schemas.openxmlformats.org/officeDocument/2006/relationships" id="2147483651" r:id="R3a2734e2d4cb4f7d"/>
    <p:sldLayoutId xmlns:r="http://schemas.openxmlformats.org/officeDocument/2006/relationships" id="2147483652" r:id="R348c0afca3214d9f"/>
    <p:sldLayoutId xmlns:r="http://schemas.openxmlformats.org/officeDocument/2006/relationships" id="2147483653" r:id="R4f478d24363b40d7"/>
    <p:sldLayoutId xmlns:r="http://schemas.openxmlformats.org/officeDocument/2006/relationships" id="2147483654" r:id="Rcd5e1d19184a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8f3ddae6741ee" /><Relationship Type="http://schemas.openxmlformats.org/officeDocument/2006/relationships/notesSlide" Target="/ppt/notesSlides/notesSlide1.xml" Id="Rda681073fa95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cea5410d74f1a" /><Relationship Type="http://schemas.openxmlformats.org/officeDocument/2006/relationships/notesSlide" Target="/ppt/notesSlides/notesSlide2.xml" Id="Rbf7a558b1fe9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c09da04224b15" /><Relationship Type="http://schemas.openxmlformats.org/officeDocument/2006/relationships/notesSlide" Target="/ppt/notesSlides/notesSlide3.xml" Id="R5b8cdd0429e441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712A5-0CE1-4F9F-B484-BFCF3783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RAG 检索基线：经典指标结果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0775F-C99F-453B-8211-66BF8B0B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12 道内容题，140 个 AI 相关性判断；测试版本冻结于 2026 年 10 月 8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C0E34-7BFC-4B6B-9204-9B7C98D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664E5-34A3-4C93-8E05-F6D1488176A9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5）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0.6823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0.7801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MRR：首个相关结果排名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0.7917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已判相关池召回率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0.8944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5F80D-618E-4382-899D-81950F5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在这组小规模诊断中，向量通道的各项得分最高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26429-72CE-418A-A024-D59B212C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范围：5 道原生广告题、5 道社交题、2 道跨集合题；前五项均已判断相关性。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关键词／向量评候选结果，混合评最终选中文章，评估阶段不同。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已知池召回率属于信息检索指标；语义 Context Recall 尚未评分。</a:t>
            </a:r>
          </a:p>
        </p:txBody>
      </p:sp>
    </p:spTree>
    <p:extLst>
      <p:ext uri="{BB962C8B-B14F-4D97-AF65-F5344CB8AC3E}">
        <p14:creationId xmlns:p14="http://schemas.microsoft.com/office/powerpoint/2010/main" val="1934281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B4608-A407-4A6C-BCB1-EF8FFE22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固定参考下的名单问答回归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DB0D-6480-4061-B18D-B7C7366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大规模测试尝试 998 题，其中 996 题有效；下表比较 50 道名单题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18844-394A-4B74-A9A1-CA9F733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AAAED-09B7-4DEA-91EB-C3354DCAC8BA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57500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共同参考下的比较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较早 Q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较晚 R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名单精确率（微平均）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名单召回率（微平均）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95.6%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与明确参考名单完全一致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8E902-BC49-4784-A170-E43A18D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漏项减少；仍有 13 / 50 道回答与明确参考名单不完全一致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6D5DF-FCA0-40A1-8943-343F744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参考池涉及 172 篇去重文章、411 个“题目—文章”配对。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97 个有争议配对不计入对错；参考包含 AI 判断。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这是已知题上的任务级名单指标；CLAIMS 标签分类准确率尚未验证。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807100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4F3AE-8475-44EA-8F79-B2B3BE40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下一轮：利用已有日志补齐语义评分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165E5-6DDE-435F-BFFD-436E3F0F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预检已完成，尚无三项语义分数；选定日志含 1,283 道有效题，跨 4 个历史代码版本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2291-D433-40DE-AD62-B0E8A33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D579-8F61-4412-8563-75C4216A284C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00250"/>
                <a:gridCol w="5238750"/>
              </a:tblGrid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可适配题数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评估目标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上下文精确率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写作模型收到的有序上下文是否有用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忠实性 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回答陈述是否受到实际上下文支持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回答相关性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回答是否直接回应原问题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EB863-6D6E-4706-A5AB-9917E15B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基本估计 $4.68；加 30% 余量为 $6.09，按约 $7 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803BC-75D5-45B9-BAAE-20B886F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下一步：冻结输入与参考，验证评分适配，再固定评委参数及费用上限。</a:t>
            </a:r>
          </a:p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当前代码重新生成答案并复测，需要另定范围与预算。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7D41-F4AE-49D8-A261-D0718FAF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可选：另加 495 题名单证据支持诊断，单独报告；合计估计 $10.16，含余量 $13.20。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假设：reasoning=none、单次、不重试；费用仅涵盖保存日志的补评分。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语义 Context Recall 需另定参考覆盖规则，不在本次估算内。</a:t>
            </a:r>
          </a:p>
        </p:txBody>
      </p:sp>
    </p:spTree>
    <p:extLst>
      <p:ext uri="{BB962C8B-B14F-4D97-AF65-F5344CB8AC3E}">
        <p14:creationId xmlns:p14="http://schemas.microsoft.com/office/powerpoint/2010/main" val="200458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2026-10-15T20:31:25.6430000Z</dcterms:created>
  <dcterms:modified xsi:type="dcterms:W3CDTF">2026-10-15T20:31:25.6440000Z</dcterms:modified>
</coreProperties>
</file>