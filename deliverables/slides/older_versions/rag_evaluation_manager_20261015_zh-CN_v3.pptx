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5facf70fdc49b6" /><Relationship Type="http://schemas.openxmlformats.org/officeDocument/2006/relationships/extended-properties" Target="/docProps/app.xml" Id="Rc50393a204de4459" /><Relationship Type="http://schemas.openxmlformats.org/officeDocument/2006/relationships/officeDocument" Target="/ppt/presentation.xml" Id="R7f16358296e6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5168e540b4461d"/>
  </p:sldMasterIdLst>
  <p:notesMasterIdLst>
    <p:notesMasterId xmlns:r="http://schemas.openxmlformats.org/officeDocument/2006/relationships" r:id="Rd1dbd2315a3e4afc"/>
  </p:notesMasterIdLst>
  <p:sldIdLst>
    <p:sldId xmlns:r="http://schemas.openxmlformats.org/officeDocument/2006/relationships" id="256" r:id="R7c8ba7f46a454ed3"/>
    <p:sldId xmlns:r="http://schemas.openxmlformats.org/officeDocument/2006/relationships" id="257" r:id="R2ba0785010164f50"/>
    <p:sldId xmlns:r="http://schemas.openxmlformats.org/officeDocument/2006/relationships" id="258" r:id="R859734861bbe49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470ee034b4260" /><Relationship Type="http://schemas.openxmlformats.org/officeDocument/2006/relationships/slideMaster" Target="/ppt/slideMasters/slideMaster1.xml" Id="R015168e540b4461d" /><Relationship Type="http://schemas.openxmlformats.org/officeDocument/2006/relationships/notesMaster" Target="/ppt/notesMasters/notesMaster1.xml" Id="Rd1dbd2315a3e4afc" /><Relationship Type="http://schemas.openxmlformats.org/officeDocument/2006/relationships/presProps" Target="/ppt/presProps.xml" Id="Re9ac4080e3624fa7" /><Relationship Type="http://schemas.openxmlformats.org/officeDocument/2006/relationships/tableStyles" Target="/ppt/tableStyles.xml" Id="R363f13de52aa4e7f" /><Relationship Type="http://schemas.openxmlformats.org/officeDocument/2006/relationships/slide" Target="/ppt/slides/slide1.xml" Id="R7c8ba7f46a454ed3" /><Relationship Type="http://schemas.openxmlformats.org/officeDocument/2006/relationships/slide" Target="/ppt/slides/slide2.xml" Id="R2ba0785010164f50" /><Relationship Type="http://schemas.openxmlformats.org/officeDocument/2006/relationships/slide" Target="/ppt/slides/slide3.xml" Id="R859734861bbe49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2540ea6694a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85b020f59d449d" /><Relationship Type="http://schemas.openxmlformats.org/officeDocument/2006/relationships/notesMaster" Target="/ppt/notesMasters/notesMaster1.xml" Id="R7d841fe4edb84d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59f73f2d3644f1" /><Relationship Type="http://schemas.openxmlformats.org/officeDocument/2006/relationships/notesMaster" Target="/ppt/notesMasters/notesMaster1.xml" Id="R46239a4036be4d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9699ec3840451f" /><Relationship Type="http://schemas.openxmlformats.org/officeDocument/2006/relationships/notesMaster" Target="/ppt/notesMasters/notesMaster1.xml" Id="R64e751bd2f5f45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ads/.runtime/rag_eval_test_20261008/root/final_summary.json；D:/Projects/549 native ads/.runtime/rag_eval_test_20261008/root/scoring_inputs/judgments.csv、retrieval_runs.csv、rankings.csv；D:/Projects/549 native ads/docs/retrieval_evaluation.zh-CN.md。10月15日已从保存的排名和相关性判断独立复算。Hit@5为前五项至少出现一个相关结果的题数，二元相关阈值&gt;=2；不是找全率。NDCG使用0–3级线性增益；MRR在第5项截断。Recall分母为已知、已判的相关池，不是全库相关材料。不同通道的评估阶段不同，不能据此认定某检索器在同等条件下更优。该历史本地冻结版本不代表当前线上表现。同期实际内容问答完成2/12，且include_inferred设置发生变化，不能将检索分数当作回答准确率。本页没有人工真值或CLAIMS标签分类质量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ads/.runtime/rag_eval_test_20261008/root_b1k/README.zh-CN.md（共998题，2题无效，996题有效）；D:/Projects/549 native ads/.runtime/rag_eval_test_20261008/ref_v2/scores_v2.json、ref_new3_v2.json。采用最后一次修订，不采用已被替代的342个正例参考。Q轮真阳性227、假阳性4；R轮真阳性283、假阳性5；共同参考正例296。Q微平均P=227/231、R=227/296；R微平均P=283/288、R=283/296。跨50道题汇总题目—文章配对后计算比率，非逐题分数的算术平均。参考池296个正例、12个负例、97个有争议、6个中立，共411个题目—文章配对、172个不同记录ID。这些固定参考回归指标不是RAGAS分数，不是未见题验证或当前线上分数。参考候选来自历史标注及两轮输出，仍有选择偏差。大规模测试原先的通过率使用随输出修改的参考，本页不采用。R轮之后的新实现仍需固定版本重新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ads/docs/rag_three_metric_preflight_20261015.zh-CN.md；D:/Projects/549 native ads/.runtime/rag_three_metrics_preflight_20261015/root/cost_estimate.json。目前只完成日志可适配性预检，尚未完成评分器验证或执行评分。Context Precision可适配304题、2075个有序写作证据对象，其中7题最终生成失败但上下文仍可独立评估。普通写作Faithfulness为446题；另外495题多阶段名单筛查只能单列最终证据支持诊断。Answer Relevance1272题包含65题证据不足回答，应单列；排除11个服务错误。1283道有效题来自原B1K996题及N97、M95、R95，跨4个历史代码版本；不含旧278题/Customer24、P59/R2及P60–66。各指标分母不同，不能相加。基本估计精确值4.684937美元；可选诊断增加5.470479美元，共10.155416美元。沿用英文版已核验价格假设：gpt-5.6-luna标准输入0.20美元/百万token、输出1.20美元/百万token，text-embedding-3-small0.02美元/百万token；reasoning=none、单次、无重试。输出用量及预留均为估计。尚未授权或执行付费评分。标准RAGAS语义Context Recall未评分且不在本预算内。当前代码重新作答需要另行冻结数据、代码、范围、参考及费用上限。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633b271534b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b7164ad084e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3fa4cb44441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0db419bfc4c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8953aa4f040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a023ea08a4d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92D762-5C5D-4ECF-800D-EC795F67E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474E2D-1F0F-4EB4-A05B-8E87856828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33A2CB-D802-4CDA-B598-5FFF059D2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3F9B31-9867-447F-8630-240BA5EC2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37DFD9-577D-4BC9-97E7-847841A2DF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2235B6-1B53-4A77-85AF-137BC1051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973CF6-2D54-4281-950D-E971824997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C2C069-4AB8-4DFB-8FE1-8C4F214A34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217CF6-3546-4AA5-8A34-1A5643FB5F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59B60A-67AC-4058-9495-78A07D2BF2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63f34971274dce" /><Relationship Type="http://schemas.openxmlformats.org/officeDocument/2006/relationships/slideLayout" Target="/ppt/slideLayouts/slideLayout1.xml" Id="R580e0366d6374d86" /><Relationship Type="http://schemas.openxmlformats.org/officeDocument/2006/relationships/slideLayout" Target="/ppt/slideLayouts/slideLayout2.xml" Id="Rb4e086c665b44e0b" /><Relationship Type="http://schemas.openxmlformats.org/officeDocument/2006/relationships/slideLayout" Target="/ppt/slideLayouts/slideLayout3.xml" Id="Rc3906d07abed4d50" /><Relationship Type="http://schemas.openxmlformats.org/officeDocument/2006/relationships/slideLayout" Target="/ppt/slideLayouts/slideLayout4.xml" Id="Raabd06e4ac6a444e" /><Relationship Type="http://schemas.openxmlformats.org/officeDocument/2006/relationships/slideLayout" Target="/ppt/slideLayouts/slideLayout5.xml" Id="R2a0e7963343a4b09" /><Relationship Type="http://schemas.openxmlformats.org/officeDocument/2006/relationships/slideLayout" Target="/ppt/slideLayouts/slideLayout6.xml" Id="R9c9cfa7694274b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0e0366d6374d86"/>
    <p:sldLayoutId xmlns:r="http://schemas.openxmlformats.org/officeDocument/2006/relationships" id="2147483650" r:id="Rb4e086c665b44e0b"/>
    <p:sldLayoutId xmlns:r="http://schemas.openxmlformats.org/officeDocument/2006/relationships" id="2147483651" r:id="Rc3906d07abed4d50"/>
    <p:sldLayoutId xmlns:r="http://schemas.openxmlformats.org/officeDocument/2006/relationships" id="2147483652" r:id="Raabd06e4ac6a444e"/>
    <p:sldLayoutId xmlns:r="http://schemas.openxmlformats.org/officeDocument/2006/relationships" id="2147483653" r:id="R2a0e7963343a4b09"/>
    <p:sldLayoutId xmlns:r="http://schemas.openxmlformats.org/officeDocument/2006/relationships" id="2147483654" r:id="R9c9cfa769427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f12b20b0349cd" /><Relationship Type="http://schemas.openxmlformats.org/officeDocument/2006/relationships/notesSlide" Target="/ppt/notesSlides/notesSlide1.xml" Id="R444e55bc674747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5d440818a44b0" /><Relationship Type="http://schemas.openxmlformats.org/officeDocument/2006/relationships/notesSlide" Target="/ppt/notesSlides/notesSlide2.xml" Id="R15045f946bf247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69e9c43934c4f" /><Relationship Type="http://schemas.openxmlformats.org/officeDocument/2006/relationships/notesSlide" Target="/ppt/notesSlides/notesSlide3.xml" Id="Rbb4ed34e1ce24d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68B99-FBEC-458B-8481-985A917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RAG 检索基线：经典指标结果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973AC-2AF1-4FE4-88D9-3D13D33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12 道内容题，140 个 AI 相关性判断；测试版本冻结于 2026 年 10 月 8 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4F114-D2F4-4735-B494-4026388E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95F17-5E19-46BB-8591-CB32DEC6F0D7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指标（K = 5）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NDCG：相关结果排序质量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0.6823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0.8702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0.7801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MRR：平均倒数排名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0.9333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0.7917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精确率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0.2833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0.3167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0.3167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已判相关池召回率 Recall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0.8944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命中题数 Hit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1CF4E-21AD-464E-AE29-1CE67FB8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在这组小规模诊断中，向量通道的各项得分最高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4D4C6-4E86-495C-A7EB-9E437DF0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范围：5 道原生广告题、5 道社交题、2 道跨集合题；前五项均已判断相关性。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关键词／向量评候选结果，混合评最终选中文章，评估阶段不同。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已知池召回率属于信息检索指标；语义 Context Recall 尚未评分。</a:t>
            </a:r>
          </a:p>
        </p:txBody>
      </p:sp>
    </p:spTree>
    <p:extLst>
      <p:ext uri="{BB962C8B-B14F-4D97-AF65-F5344CB8AC3E}">
        <p14:creationId xmlns:p14="http://schemas.microsoft.com/office/powerpoint/2010/main" val="524370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E5FBA-28E8-4601-AFE3-4D908E20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条件筛选问答：精确率与召回率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E4B56-A5C1-4C82-807C-AAF74026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大规模测试尝试 998 题，其中 996 题有效；下表比较 50 道条件筛选列举题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6718D-FD6A-4F15-94ED-939009FF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A262F-A4E5-4572-AC87-5CD505BDD022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714500"/>
                <a:gridCol w="1714500"/>
                <a:gridCol w="4572000"/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指标（微平均）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较早 Q 轮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较晚 R 轮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怎么评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列举精确率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正确列出数 ÷ 全部列出数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列举召回率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76.7%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95.6%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正确列出数 ÷ 参考相关总数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8A29E-FCE5-4D4D-AE90-7C871948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精确率保持 98.3%；召回率由 76.7% 升至 95.6%，漏项减少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7FE7-40CB-4372-9814-B6928C1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参考池涉及 172 篇去重文章、411 个“题目—文章”配对；按配对汇总计算。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97 个有争议配对不计入对错；参考包含 AI 判断。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这是已知题上的任务级回归；CLAIMS 标签分类准确率尚未验证。</a:t>
            </a:r>
          </a:p>
        </p:txBody>
      </p:sp>
    </p:spTree>
    <p:extLst>
      <p:ext uri="{BB962C8B-B14F-4D97-AF65-F5344CB8AC3E}">
        <p14:creationId xmlns:p14="http://schemas.microsoft.com/office/powerpoint/2010/main" val="562001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B2BD0-95AB-4227-AAFD-14F5A3E3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下一轮：利用已有日志补齐语义评分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68461-CC03-4457-9019-4AB782C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预检已完成，尚无三项语义分数；选定日志含 1,283 道有效题，跨 4 个历史代码版本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B1A93-9DAB-4929-8E9A-BCFCD4E1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F7635-8433-4DEB-B649-C2F3B1A6A901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000250"/>
                <a:gridCol w="5238750"/>
              </a:tblGrid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可适配题数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怎么评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上下文精确率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逐段判断对参考答案是否有用；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按证据排序计算平均精度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忠实性 Faithfulness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将回答拆成事实陈述；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计算被实际证据支持的比例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回答相关性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Answer Relevance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1,272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由回答反推 3 个问题；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与原问题比较语义相似度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917CC-DB7F-4C64-B320-B40FC3E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基本估计 $4.68；加 30% 余量为 $6.09，按约 $7 规划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E91EA-0A44-47E9-BB16-D1341A68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执行：固定问题／回答／证据 → 先试评 12–20 题 → 固定配置后批量评分。</a:t>
            </a:r>
          </a:p>
          <a:p xmlns:a="http://schemas.openxmlformats.org/drawingml/2006/main">
            <a:pPr algn="l">
              <a:def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按 4 个历史版本分别报告，缺项和评分失败单列。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C2DAA-31AC-46C3-A613-852FD5FB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预算假设：reasoning=none、单次、不重试；仅含历史日志评分，金额均为美元。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当前代码重新作答需另定范围／预算；语义 Context Recall 尚未评分。</a:t>
            </a:r>
          </a:p>
        </p:txBody>
      </p:sp>
    </p:spTree>
    <p:extLst>
      <p:ext uri="{BB962C8B-B14F-4D97-AF65-F5344CB8AC3E}">
        <p14:creationId xmlns:p14="http://schemas.microsoft.com/office/powerpoint/2010/main" val="1345983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2026-10-15T20:43:38.8610000Z</dcterms:created>
  <dcterms:modified xsi:type="dcterms:W3CDTF">2026-10-15T20:43:38.8610000Z</dcterms:modified>
</coreProperties>
</file>