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024a82b6c434e" /><Relationship Type="http://schemas.openxmlformats.org/officeDocument/2006/relationships/extended-properties" Target="/docProps/app.xml" Id="Rf44bbbb975cb426c" /><Relationship Type="http://schemas.openxmlformats.org/officeDocument/2006/relationships/officeDocument" Target="/ppt/presentation.xml" Id="R2038b5a8305e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808cbf244458f"/>
  </p:sldMasterIdLst>
  <p:notesMasterIdLst>
    <p:notesMasterId xmlns:r="http://schemas.openxmlformats.org/officeDocument/2006/relationships" r:id="R1a6abeb0696049e8"/>
  </p:notesMasterIdLst>
  <p:sldIdLst>
    <p:sldId xmlns:r="http://schemas.openxmlformats.org/officeDocument/2006/relationships" id="256" r:id="R3977a33525ed481f"/>
    <p:sldId xmlns:r="http://schemas.openxmlformats.org/officeDocument/2006/relationships" id="257" r:id="R37420d97c2794bf6"/>
    <p:sldId xmlns:r="http://schemas.openxmlformats.org/officeDocument/2006/relationships" id="258" r:id="Rdf3860f9027f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cb4239f784889" /><Relationship Type="http://schemas.openxmlformats.org/officeDocument/2006/relationships/slideMaster" Target="/ppt/slideMasters/slideMaster1.xml" Id="R0fb808cbf244458f" /><Relationship Type="http://schemas.openxmlformats.org/officeDocument/2006/relationships/notesMaster" Target="/ppt/notesMasters/notesMaster1.xml" Id="R1a6abeb0696049e8" /><Relationship Type="http://schemas.openxmlformats.org/officeDocument/2006/relationships/presProps" Target="/ppt/presProps.xml" Id="R67ba709838924160" /><Relationship Type="http://schemas.openxmlformats.org/officeDocument/2006/relationships/tableStyles" Target="/ppt/tableStyles.xml" Id="R29a6f8a88d33450c" /><Relationship Type="http://schemas.openxmlformats.org/officeDocument/2006/relationships/slide" Target="/ppt/slides/slide1.xml" Id="R3977a33525ed481f" /><Relationship Type="http://schemas.openxmlformats.org/officeDocument/2006/relationships/slide" Target="/ppt/slides/slide2.xml" Id="R37420d97c2794bf6" /><Relationship Type="http://schemas.openxmlformats.org/officeDocument/2006/relationships/slide" Target="/ppt/slides/slide3.xml" Id="Rdf3860f9027f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b9f6a0b6d34d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69a6fef83b4a6b" /><Relationship Type="http://schemas.openxmlformats.org/officeDocument/2006/relationships/notesMaster" Target="/ppt/notesMasters/notesMaster1.xml" Id="R2b1ed330c4dc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d98300af44cc1" /><Relationship Type="http://schemas.openxmlformats.org/officeDocument/2006/relationships/notesMaster" Target="/ppt/notesMasters/notesMaster1.xml" Id="R637529b6f795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9569a7f5b94385" /><Relationship Type="http://schemas.openxmlformats.org/officeDocument/2006/relationships/notesMaster" Target="/ppt/notesMasters/notesMaster1.xml" Id="Rbebebbacd155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D:/Projects/549 native ads/.runtime/rag_eval_test_20261008/root/final_summary.json; D:/Projects/549 native ads/.runtime/rag_eval_test_20261008/root/scoring_inputs/judgments.csv; retrieval_runs.csv; rankings.csv; D:/Projects/549 native ads/docs/retrieval_evaluation.zh-CN.md. Independently recomputed on October 15. Hit@5 counts questions with any relevant top-five item (binary relevance threshold &gt;=2). NDCG uses graded 0-3 linear gain. Recall uses the known judged relevance pool, not corpus-wide completeness. MRR is truncated at 5. Candidate stages differ and this is not a controlled same-stage retriever superiority experiment. The historical local run does not establish current hosted quality. The associated actual answer flow completed 2/12 content tasks and changed include_inferred settings, so retrieval diagnostics cannot stand in for answer accuracy. No human gold or CLAIMS classification-quality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D:/Projects/549 native ads/.runtime/rag_eval_test_20261008/root_b1k/README.zh-CN.md (998 total, 2 invalid, 996 valid); D:/Projects/549 native ads/.runtime/rag_eval_test_20261008/ref_v2/scores_v2.json; ref_new3_v2.json. Latest second revision, not the superseded 342-positive reference. Q has TP227 FP4 out of 296 positives; R has TP283 FP5 out of 296 positives. Q exact set 30/50, R37/50. Pool states:296 positive,12 negative,97 disputed,6 neutral, across411 query-record pairs and172 unique record IDs. These fixed-reference regression figures are not RAGAS metrics, unseen validation, or current deployment results. Source candidates pooled from prior annotations and both outputs, so selection bias remains. Original large-test pass percentages used output-dependent reference updates and are deliberately omitted. Latest implementation changes after R still require fresh frozen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D:/Projects/549 native ads/docs/rag_three_metric_preflight_20261015.zh-CN.md; D:/Projects/549 native ads/.runtime/rag_three_metrics_preflight_20261015/root/cost_estimate.json. Existing log readiness only, not a runnable validated evaluator. CP304 cases /2075 ordered writer evidence objects, including7 final generation failures whose contexts remain independently assessable. Standard writer Faithfulness446. Optional495 multi-stage list-screening final-support diagnostics must remain separate. AR1272 includes65 evidence-insufficient answers to report separately and excludes11 service errors. All1283valid cases come from B1K original996 plus N97 M95 R95, four historic code versions. Old278/customer24, P59/R2 and P60-66 excluded. No protected question content was loaded. Score denominators differ and must not be summed. Base exact estimated cost4.684937; plus optional5.470479 gives10.155416. The frozen estimate assumes gpt-5.6-luna standard input0.20/output1.20 USD per million, embedding3small0.02/million, reasoningnone, one pass, no retries. Output usage and reserve are estimates. Paid scoring has not been approved or executed. Standard RAGAS ContextRecall remains unscored and outside this budget. Holdout current-code rerun requires separate frozen data/code, budget, and evaluation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b14311e6c42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5bfe1aaff40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9ac385a75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289c604964a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a7b78b4904c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05c091ae5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B22C4-8A83-45E1-912B-D3406A1D4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E99398-3CF9-4E6A-BB87-E1F98A04BA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26BF66-C300-4F24-A9E6-8E557AA0F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0CCCE9-B6BB-4AA4-B5BB-5B412ACF1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C1A6E2-71E1-4D04-A986-6D8E7B5E5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03CB5A-A916-4216-8738-736EFB527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81ED18-3829-4B9E-B8A0-839051935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F71C0E-DCAD-4719-85DA-F68A2C4A5C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12AD3D-73C8-4073-8812-CECBF4C72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2CDB57-F598-49CD-ABF4-50F8DAA78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bbab8e0424b7d" /><Relationship Type="http://schemas.openxmlformats.org/officeDocument/2006/relationships/slideLayout" Target="/ppt/slideLayouts/slideLayout1.xml" Id="Red76162a45f44a47" /><Relationship Type="http://schemas.openxmlformats.org/officeDocument/2006/relationships/slideLayout" Target="/ppt/slideLayouts/slideLayout2.xml" Id="R040927c60c004009" /><Relationship Type="http://schemas.openxmlformats.org/officeDocument/2006/relationships/slideLayout" Target="/ppt/slideLayouts/slideLayout3.xml" Id="Rfa3bd7d4ea434133" /><Relationship Type="http://schemas.openxmlformats.org/officeDocument/2006/relationships/slideLayout" Target="/ppt/slideLayouts/slideLayout4.xml" Id="R706b820f38374160" /><Relationship Type="http://schemas.openxmlformats.org/officeDocument/2006/relationships/slideLayout" Target="/ppt/slideLayouts/slideLayout5.xml" Id="Rea7ebe6426444216" /><Relationship Type="http://schemas.openxmlformats.org/officeDocument/2006/relationships/slideLayout" Target="/ppt/slideLayouts/slideLayout6.xml" Id="R39f9c689480e4e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6162a45f44a47"/>
    <p:sldLayoutId xmlns:r="http://schemas.openxmlformats.org/officeDocument/2006/relationships" id="2147483650" r:id="R040927c60c004009"/>
    <p:sldLayoutId xmlns:r="http://schemas.openxmlformats.org/officeDocument/2006/relationships" id="2147483651" r:id="Rfa3bd7d4ea434133"/>
    <p:sldLayoutId xmlns:r="http://schemas.openxmlformats.org/officeDocument/2006/relationships" id="2147483652" r:id="R706b820f38374160"/>
    <p:sldLayoutId xmlns:r="http://schemas.openxmlformats.org/officeDocument/2006/relationships" id="2147483653" r:id="Rea7ebe6426444216"/>
    <p:sldLayoutId xmlns:r="http://schemas.openxmlformats.org/officeDocument/2006/relationships" id="2147483654" r:id="R39f9c689480e4e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ac72e1a45404e" /><Relationship Type="http://schemas.openxmlformats.org/officeDocument/2006/relationships/notesSlide" Target="/ppt/notesSlides/notesSlide1.xml" Id="R8c4e1875d5c2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51af6f2154360" /><Relationship Type="http://schemas.openxmlformats.org/officeDocument/2006/relationships/notesSlide" Target="/ppt/notesSlides/notesSlide2.xml" Id="R3786be2f15ba45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a09777e3947bf" /><Relationship Type="http://schemas.openxmlformats.org/officeDocument/2006/relationships/notesSlide" Target="/ppt/notesSlides/notesSlide3.xml" Id="R80dfccf555444a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31DC3-805B-48A5-87CD-44B2FB9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47"/>
                </a:solidFill>
                <a:latin typeface="Arial"/>
                <a:ea typeface="Arial"/>
                <a:cs typeface="Arial"/>
              </a:rPr>
              <a:t>RAG retrieval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8771E-98B6-4A3A-A321-3BAC0EF7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12 content questions, 140 AI relevance judgments. Frozen run: 8 October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13D69-B612-44A6-ADDD-8D481B6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A82D6-E4D8-4740-9D48-573AF7E8AC96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 at K = 5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Vector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NDCG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0.6823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0.8702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0.7801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MRR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0.7778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0.9333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0.7917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0.2833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Recall in judged pool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0.7278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0.8944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0.8278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Hit rate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10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12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11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44B2F-A0B6-413E-9E8A-EB62E9F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6A75"/>
                </a:solidFill>
                <a:latin typeface="Arial"/>
                <a:ea typeface="Arial"/>
                <a:cs typeface="Arial"/>
              </a:rPr>
              <a:t>Vector has the highest scores in this small diagnostic.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B0008-D1B0-46BD-838B-5BB82BBE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Scope: 5 native, 5 social and 2 cross-collection questions. All top-five items judged.</a:t>
            </a:r>
          </a:p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Keyword/vector measure candidates; hybrid measures selected records. Stages differ.</a:t>
            </a:r>
          </a:p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Known-pool Recall is an IR metric. Semantic Context Recall remains unscored.</a:t>
            </a:r>
          </a:p>
        </p:txBody>
      </p:sp>
    </p:spTree>
    <p:extLst>
      <p:ext uri="{BB962C8B-B14F-4D97-AF65-F5344CB8AC3E}">
        <p14:creationId xmlns:p14="http://schemas.microsoft.com/office/powerpoint/2010/main" val="1873245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8B9BA-B95E-41FE-BD46-43AA5A43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47"/>
                </a:solidFill>
                <a:latin typeface="Arial"/>
                <a:ea typeface="Arial"/>
                <a:cs typeface="Arial"/>
              </a:rPr>
              <a:t>Task completeness improved in a fixed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DA6DD-339A-4A83-B761-CF9600E9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998 questions attempted, 996 valid in the large test. Comparison below: 50 list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13873-69BA-4AAC-953A-E1A8C47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EA9EF-471D-48BB-9A30-5B89718E543E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57500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Same-reference comparison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run Q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Later run R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List precision (micro)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List recall (micro)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76.7%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95.6%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Exact reference-set match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30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37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2B32-88D3-43AE-9E87-7C33E72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6A75"/>
                </a:solidFill>
                <a:latin typeface="Arial"/>
                <a:ea typeface="Arial"/>
                <a:cs typeface="Arial"/>
              </a:rPr>
              <a:t>13 of 50 answers still differ from the adjudicated reference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5CCC3-CF68-46EE-98D1-271E1686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The regression covers 172 distinct articles and 411 question–article pairs.</a:t>
            </a:r>
          </a:p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97 disputed pairs are excluded. References include AI judgments.</a:t>
            </a:r>
          </a:p>
          <a:p xmlns:a="http://schemas.openxmlformats.org/drawingml/2006/main">
            <a:pPr algn="l">
              <a:defRPr sz="15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These are task-level list metrics on known questions. CLAIMS classification accuracy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2104045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9B9A6-B59E-44D9-B705-50F16A5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30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47"/>
                </a:solidFill>
                <a:latin typeface="Arial"/>
                <a:ea typeface="Arial"/>
                <a:cs typeface="Arial"/>
              </a:rPr>
              <a:t>Planned semantic scoring from existing logs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E9F35-7574-4B80-AE7D-2ACA266B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Preflight complete. No semantic scores yet. 1,283 valid saved cases across four code versions.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7A16-514D-433E-84B1-68DF59F5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4FF65-A4F5-4E7A-BF16-6A68E4748B15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095500"/>
                <a:gridCol w="5715000"/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Usable cases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target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Usefulness of ordered writer context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Claims supported by actual context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Arial"/>
                          <a:ea typeface="Arial"/>
                          <a:cs typeface="Arial"/>
                        </a:rPr>
                        <a:t>How directly the answer addresses the query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67BF-0C4B-4841-A52C-AD2D6D3A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6A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6A75"/>
                </a:solidFill>
                <a:latin typeface="Arial"/>
                <a:ea typeface="Arial"/>
                <a:cs typeface="Arial"/>
              </a:rPr>
              <a:t>Base estimate: $4.68. With 30% reserve: $6.09. Plan around $7.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8D196-8360-4ECD-8EC6-0D3ADFAA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7"/>
                </a:solidFill>
                <a:latin typeface="Arial"/>
                <a:ea typeface="Arial"/>
                <a:cs typeface="Arial"/>
              </a:rPr>
              <a:t>Next: freeze inputs and references, validate the scorer adapter, then fix judge settings</a:t>
            </a:r>
          </a:p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7"/>
                </a:solidFill>
                <a:latin typeface="Arial"/>
                <a:ea typeface="Arial"/>
                <a:cs typeface="Arial"/>
              </a:rPr>
              <a:t>and the spending cap. A fresh run of current code needs a separate scope and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21366-E762-44DC-8D2E-5A585F65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Optional: 495 list-support diagnostics, reported separately. Combined estimate $10.16 ($13.20 with reserve).</a:t>
            </a:r>
          </a:p>
          <a:p xmlns:a="http://schemas.openxmlformats.org/drawingml/2006/main">
            <a:pPr algn="l">
              <a:defRPr sz="1388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Assumptions: reasoning=none, one pass, no retries. Fees cover scoring saved logs only.</a:t>
            </a:r>
          </a:p>
          <a:p xmlns:a="http://schemas.openxmlformats.org/drawingml/2006/main">
            <a:pPr algn="l">
              <a:defRPr sz="1388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Semantic Context Recall needs a separate reference-coverage protocol and is outside this estimate.</a:t>
            </a:r>
          </a:p>
        </p:txBody>
      </p:sp>
    </p:spTree>
    <p:extLst>
      <p:ext uri="{BB962C8B-B14F-4D97-AF65-F5344CB8AC3E}">
        <p14:creationId xmlns:p14="http://schemas.microsoft.com/office/powerpoint/2010/main" val="767103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2026-10-15T20:25:05.3050000Z</dcterms:created>
  <dcterms:modified xsi:type="dcterms:W3CDTF">2026-10-15T20:25:05.3050000Z</dcterms:modified>
</coreProperties>
</file>