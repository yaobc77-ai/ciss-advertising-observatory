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sldIdLst>
    <p:sldId id="256" r:id="rId3"/>
    <p:sldId id="257" r:id="rId5"/>
    <p:sldId id="258" r:id="rId6"/>
    <p:sldId id="259" r:id="rId7"/>
  </p:sldIdLst>
  <p:sldSz cx="12192000" cy="6858000"/>
  <p:notesSz cx="6858000" cy="9144000"/>
  <p:embeddedFontLst>
    <p:embeddedFont>
      <p:font typeface="Montserrat Medium"/>
      <p:regular r:id="rId11"/>
      <p:bold r:id="rId12"/>
      <p:italic r:id="rId13"/>
      <p:boldItalic r:id="rId14"/>
    </p:embeddedFont>
    <p:embeddedFont>
      <p:font typeface="Bebas Neue" panose="020B0606020202050201"/>
      <p:regular r:id="rId15"/>
    </p:embeddedFont>
    <p:embeddedFont>
      <p:font typeface="Montserrat"/>
      <p:regular r:id="rId16"/>
      <p:bold r:id="rId17"/>
      <p:italic r:id="rId18"/>
      <p:boldItalic r:id="rId19"/>
    </p:embeddedFont>
  </p:embeddedFontLst>
  <p:defaultTextStyle>
    <a:defPPr marR="0" algn="l">
      <a:lnSpc>
        <a:spcPct val="100000"/>
      </a:lnSpc>
      <a:spcBef>
        <a:spcPts val="0"/>
      </a:spcBef>
      <a:spcAft>
        <a:spcPts val="0"/>
      </a:spcAft>
      <a:buNone/>
    </a:defPPr>
    <a:lvl1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font" Target="fonts/font9.fntdata"/><Relationship Id="rId18" Type="http://schemas.openxmlformats.org/officeDocument/2006/relationships/font" Target="fonts/font8.fntdata"/><Relationship Id="rId17" Type="http://schemas.openxmlformats.org/officeDocument/2006/relationships/font" Target="fonts/font7.fntdata"/><Relationship Id="rId16" Type="http://schemas.openxmlformats.org/officeDocument/2006/relationships/font" Target="fonts/font6.fntdata"/><Relationship Id="rId15" Type="http://schemas.openxmlformats.org/officeDocument/2006/relationships/font" Target="fonts/font5.fntdata"/><Relationship Id="rId14" Type="http://schemas.openxmlformats.org/officeDocument/2006/relationships/font" Target="fonts/font4.fntdata"/><Relationship Id="rId13" Type="http://schemas.openxmlformats.org/officeDocument/2006/relationships/font" Target="fonts/font3.fntdata"/><Relationship Id="rId12" Type="http://schemas.openxmlformats.org/officeDocument/2006/relationships/font" Target="fonts/font2.fntdata"/><Relationship Id="rId11" Type="http://schemas.openxmlformats.org/officeDocument/2006/relationships/font" Target="fonts/font1.fntdata"/><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r>
              <a:rPr lang="en-US" altLang="zh-CN"/>
              <a:t>The collection now has 263 native ads and 36,182 company social posts. The social posts are collected company posts, not verified paid ads.</a:t>
            </a:r>
            <a:endParaRPr lang="en-US" altLang="zh-CN"/>
          </a:p>
          <a:p>
            <a:pPr marL="0" lvl="0" indent="0" algn="l">
              <a:lnSpc>
                <a:spcPct val="100000"/>
              </a:lnSpc>
              <a:spcBef>
                <a:spcPts val="0"/>
              </a:spcBef>
              <a:spcAft>
                <a:spcPts val="0"/>
              </a:spcAft>
              <a:buSzPts val="1400"/>
              <a:buNone/>
            </a:pPr>
            <a:endParaRPr lang="en-US" altLang="zh-CN"/>
          </a:p>
          <a:p>
            <a:pPr marL="0" lvl="0" indent="0" algn="l">
              <a:lnSpc>
                <a:spcPct val="100000"/>
              </a:lnSpc>
              <a:spcBef>
                <a:spcPts val="0"/>
              </a:spcBef>
              <a:spcAft>
                <a:spcPts val="0"/>
              </a:spcAft>
              <a:buSzPts val="1400"/>
              <a:buNone/>
            </a:pPr>
            <a:r>
              <a:rPr lang="en-US" altLang="zh-CN"/>
              <a:t>The dashboard shows both collections together. Here is Shell: 10 native ads and 3,137 posts. You can browse by company and date and open each record's original source.</a:t>
            </a:r>
            <a:endParaRPr lang="en-US" altLang="zh-CN"/>
          </a:p>
          <a:p>
            <a:pPr marL="0" lvl="0" indent="0" algn="l">
              <a:lnSpc>
                <a:spcPct val="100000"/>
              </a:lnSpc>
              <a:spcBef>
                <a:spcPts val="0"/>
              </a:spcBef>
              <a:spcAft>
                <a:spcPts val="0"/>
              </a:spcAft>
              <a:buSzPts val="1400"/>
              <a:buNone/>
            </a:pPr>
            <a:endParaRPr lang="en-US" altLang="zh-CN"/>
          </a:p>
          <a:p>
            <a:pPr marL="0" lvl="0" indent="0" algn="l">
              <a:lnSpc>
                <a:spcPct val="100000"/>
              </a:lnSpc>
              <a:spcBef>
                <a:spcPts val="0"/>
              </a:spcBef>
              <a:spcAft>
                <a:spcPts val="0"/>
              </a:spcAft>
              <a:buSzPts val="1400"/>
              <a:buNone/>
            </a:pPr>
            <a:r>
              <a:rPr lang="en-US" altLang="zh-CN"/>
              <a:t>On the right is our latest test run: 94 new questions, 78 passed, which is 83%. For the 50 questions that ask for a list of ads, precision is about 95% and recall about 90%. This is automated scoring, so it is an internal benchmark, not a human-reviewed accuracy figure.</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r>
              <a:rPr lang="en-US" altLang="zh-CN"/>
              <a:t>We ran your 24 questions, and 23 returned a response. One failed for a technical reason.</a:t>
            </a:r>
            <a:endParaRPr lang="en-US" altLang="zh-CN"/>
          </a:p>
          <a:p>
            <a:pPr marL="0" lvl="0" indent="0" algn="l">
              <a:lnSpc>
                <a:spcPct val="100000"/>
              </a:lnSpc>
              <a:spcBef>
                <a:spcPts val="0"/>
              </a:spcBef>
              <a:spcAft>
                <a:spcPts val="0"/>
              </a:spcAft>
              <a:buSzPts val="1400"/>
              <a:buNone/>
            </a:pPr>
            <a:endParaRPr lang="en-US" altLang="zh-CN"/>
          </a:p>
          <a:p>
            <a:pPr marL="0" lvl="0" indent="0" algn="l">
              <a:lnSpc>
                <a:spcPct val="100000"/>
              </a:lnSpc>
              <a:spcBef>
                <a:spcPts val="0"/>
              </a:spcBef>
              <a:spcAft>
                <a:spcPts val="0"/>
              </a:spcAft>
              <a:buSzPts val="1400"/>
              <a:buNone/>
            </a:pPr>
            <a:r>
              <a:rPr lang="en-US" altLang="zh-CN"/>
              <a:t>Here is an example from question 1. Each statement cites the passage it comes from, so you can check it against the source. When an answer gives examples, it says it is not a complete list.</a:t>
            </a:r>
            <a:endParaRPr lang="en-US" altLang="zh-CN"/>
          </a:p>
          <a:p>
            <a:pPr marL="0" lvl="0" indent="0" algn="l">
              <a:lnSpc>
                <a:spcPct val="100000"/>
              </a:lnSpc>
              <a:spcBef>
                <a:spcPts val="0"/>
              </a:spcBef>
              <a:spcAft>
                <a:spcPts val="0"/>
              </a:spcAft>
              <a:buSzPts val="1400"/>
              <a:buNone/>
            </a:pPr>
            <a:endParaRPr lang="en-US" altLang="zh-CN"/>
          </a:p>
          <a:p>
            <a:pPr marL="0" lvl="0" indent="0" algn="l">
              <a:lnSpc>
                <a:spcPct val="100000"/>
              </a:lnSpc>
              <a:spcBef>
                <a:spcPts val="0"/>
              </a:spcBef>
              <a:spcAft>
                <a:spcPts val="0"/>
              </a:spcAft>
              <a:buSzPts val="1400"/>
              <a:buNone/>
            </a:pPr>
            <a:r>
              <a:rPr lang="en-US" altLang="zh-CN"/>
              <a:t>We'll share the full replies after the meeting. This week we finish the current optimization round, and we'll post the updated replies on Slack on Monday, October 19.</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r>
              <a:rPr lang="en-US" altLang="zh-CN"/>
              <a:t>This is a BP Oman post from April 23, 2024, about "affordable, sustainable, and clean energy."</a:t>
            </a:r>
            <a:endParaRPr lang="en-US" altLang="zh-CN"/>
          </a:p>
          <a:p>
            <a:pPr marL="0" lvl="0" indent="0" algn="l">
              <a:lnSpc>
                <a:spcPct val="100000"/>
              </a:lnSpc>
              <a:spcBef>
                <a:spcPts val="0"/>
              </a:spcBef>
              <a:spcAft>
                <a:spcPts val="0"/>
              </a:spcAft>
              <a:buSzPts val="1400"/>
              <a:buNone/>
            </a:pPr>
            <a:endParaRPr lang="en-US" altLang="zh-CN"/>
          </a:p>
          <a:p>
            <a:pPr marL="0" lvl="0" indent="0" algn="l">
              <a:lnSpc>
                <a:spcPct val="100000"/>
              </a:lnSpc>
              <a:spcBef>
                <a:spcPts val="0"/>
              </a:spcBef>
              <a:spcAft>
                <a:spcPts val="0"/>
              </a:spcAft>
              <a:buSzPts val="1400"/>
              <a:buNone/>
            </a:pPr>
            <a:r>
              <a:rPr lang="en-US" altLang="zh-CN"/>
              <a:t>On the left is the original export, on the right the labels we saved. All 13 labels match. The post is labeled as green messaging, renewable energy and broad environmental concepts.</a:t>
            </a:r>
            <a:endParaRPr lang="en-US" altLang="zh-CN"/>
          </a:p>
          <a:p>
            <a:pPr marL="0" lvl="0" indent="0" algn="l">
              <a:lnSpc>
                <a:spcPct val="100000"/>
              </a:lnSpc>
              <a:spcBef>
                <a:spcPts val="0"/>
              </a:spcBef>
              <a:spcAft>
                <a:spcPts val="0"/>
              </a:spcAft>
              <a:buSzPts val="1400"/>
              <a:buNone/>
            </a:pPr>
            <a:endParaRPr lang="en-US" altLang="zh-CN"/>
          </a:p>
          <a:p>
            <a:pPr marL="0" lvl="0" indent="0" algn="l">
              <a:lnSpc>
                <a:spcPct val="100000"/>
              </a:lnSpc>
              <a:spcBef>
                <a:spcPts val="0"/>
              </a:spcBef>
              <a:spcAft>
                <a:spcPts val="0"/>
              </a:spcAft>
              <a:buSzPts val="1400"/>
              <a:buNone/>
            </a:pPr>
            <a:r>
              <a:rPr lang="en-US" altLang="zh-CN"/>
              <a:t>One open point: whether "clean energy" should count as renewable energy under CLAIMS 1.0. We'd like to align on that before we apply the labels more widely.</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r>
              <a:rPr lang="en-US" altLang="zh-CN"/>
              <a:t>Slide 4 – Next steps</a:t>
            </a:r>
            <a:endParaRPr lang="en-US" altLang="zh-CN"/>
          </a:p>
          <a:p>
            <a:pPr marL="0" lvl="0" indent="0" algn="l">
              <a:lnSpc>
                <a:spcPct val="100000"/>
              </a:lnSpc>
              <a:spcBef>
                <a:spcPts val="0"/>
              </a:spcBef>
              <a:spcAft>
                <a:spcPts val="0"/>
              </a:spcAft>
              <a:buSzPts val="1400"/>
              <a:buNone/>
            </a:pPr>
            <a:endParaRPr lang="en-US" altLang="zh-CN"/>
          </a:p>
          <a:p>
            <a:pPr marL="0" lvl="0" indent="0" algn="l">
              <a:lnSpc>
                <a:spcPct val="100000"/>
              </a:lnSpc>
              <a:spcBef>
                <a:spcPts val="0"/>
              </a:spcBef>
              <a:spcAft>
                <a:spcPts val="0"/>
              </a:spcAft>
              <a:buSzPts val="1400"/>
              <a:buNone/>
            </a:pPr>
            <a:r>
              <a:rPr lang="en-US" altLang="zh-CN"/>
              <a:t>Four workstreams:</a:t>
            </a:r>
            <a:endParaRPr lang="en-US" altLang="zh-CN"/>
          </a:p>
          <a:p>
            <a:pPr marL="0" lvl="0" indent="0" algn="l">
              <a:lnSpc>
                <a:spcPct val="100000"/>
              </a:lnSpc>
              <a:spcBef>
                <a:spcPts val="0"/>
              </a:spcBef>
              <a:spcAft>
                <a:spcPts val="0"/>
              </a:spcAft>
              <a:buSzPts val="1400"/>
              <a:buNone/>
            </a:pPr>
            <a:r>
              <a:rPr lang="en-US" altLang="zh-CN"/>
              <a:t>- Source highlighting: clicking a citation in an answer opens the source and highlights the matching passage.</a:t>
            </a:r>
            <a:endParaRPr lang="en-US" altLang="zh-CN"/>
          </a:p>
          <a:p>
            <a:pPr marL="0" lvl="0" indent="0" algn="l">
              <a:lnSpc>
                <a:spcPct val="100000"/>
              </a:lnSpc>
              <a:spcBef>
                <a:spcPts val="0"/>
              </a:spcBef>
              <a:spcAft>
                <a:spcPts val="0"/>
              </a:spcAft>
              <a:buSzPts val="1400"/>
              <a:buNone/>
            </a:pPr>
            <a:r>
              <a:rPr lang="en-US" altLang="zh-CN"/>
              <a:t>- Native and social comparison: compare companies and themes over the same period, with separate time series for ads and posts.</a:t>
            </a:r>
            <a:endParaRPr lang="en-US" altLang="zh-CN"/>
          </a:p>
          <a:p>
            <a:pPr marL="0" lvl="0" indent="0" algn="l">
              <a:lnSpc>
                <a:spcPct val="100000"/>
              </a:lnSpc>
              <a:spcBef>
                <a:spcPts val="0"/>
              </a:spcBef>
              <a:spcAft>
                <a:spcPts val="0"/>
              </a:spcAft>
              <a:buSzPts val="1400"/>
              <a:buNone/>
            </a:pPr>
            <a:r>
              <a:rPr lang="en-US" altLang="zh-CN"/>
              <a:t>- Release: publish the dashboard with a stable "Ask the data" feature, and use feedback to improve the replies.</a:t>
            </a:r>
            <a:endParaRPr lang="en-US" altLang="zh-CN"/>
          </a:p>
          <a:p>
            <a:pPr marL="0" lvl="0" indent="0" algn="l">
              <a:lnSpc>
                <a:spcPct val="100000"/>
              </a:lnSpc>
              <a:spcBef>
                <a:spcPts val="0"/>
              </a:spcBef>
              <a:spcAft>
                <a:spcPts val="0"/>
              </a:spcAft>
              <a:buSzPts val="1400"/>
              <a:buNone/>
            </a:pPr>
            <a:r>
              <a:rPr lang="en-US" altLang="zh-CN"/>
              <a:t>- Validation: confirm the labels, expand the evaluation, and check that dates and records match between the sources and the dashboard.</a:t>
            </a:r>
            <a:endParaRPr lang="en-US" altLang="zh-CN"/>
          </a:p>
          <a:p>
            <a:pPr marL="0" lvl="0" indent="0" algn="l">
              <a:lnSpc>
                <a:spcPct val="100000"/>
              </a:lnSpc>
              <a:spcBef>
                <a:spcPts val="0"/>
              </a:spcBef>
              <a:spcAft>
                <a:spcPts val="0"/>
              </a:spcAft>
              <a:buSzPts val="1400"/>
              <a:buNone/>
            </a:pPr>
            <a:r>
              <a:t>Validation: expand precision and recall evaluation, add human review and error analysis, and investigate 1970 date anomalies and other inconsistencies across source records and dashboard displays. Budgets and dates for these follow-on tasks remain to be set.</a:t>
            </a:r>
          </a:p>
          <a:p>
            <a:pPr marL="0" lvl="0" indent="0" algn="l">
              <a:lnSpc>
                <a:spcPct val="100000"/>
              </a:lnSpc>
              <a:spcBef>
                <a:spcPts val="0"/>
              </a:spcBef>
              <a:spcAft>
                <a:spcPts val="0"/>
              </a:spcAft>
              <a:buSzPts val="1400"/>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
        <p:cNvGrpSpPr/>
        <p:nvPr/>
      </p:nvGrpSpPr>
      <p:grpSpPr/>
      <p:sp>
        <p:nvSpPr>
          <p:cNvPr id="19" name="Google Shape;19;p2"/>
          <p:cNvSpPr>
            <a:spLocks noGrp="1"/>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endParaRPr>
          </a:p>
        </p:txBody>
      </p:sp>
      <p:sp>
        <p:nvSpPr>
          <p:cNvPr id="20" name="Google Shape;20;p2"/>
          <p:cNvSpPr>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ormAutofit/>
          </a:bodyPr>
          <a:lstStyle>
            <a:lvl1pPr algn="l">
              <a:lnSpc>
                <a:spcPct val="100000"/>
              </a:lnSpc>
              <a:spcBef>
                <a:spcPts val="0"/>
              </a:spcBef>
              <a:spcAft>
                <a:spcPts val="0"/>
              </a:spcAft>
              <a:buClr>
                <a:schemeClr val="accent1"/>
              </a:buClr>
              <a:buSzPts val="3600"/>
              <a:buFont typeface="Montserrat Medium"/>
              <a:buNone/>
              <a:defRPr sz="3600">
                <a:solidFill>
                  <a:schemeClr val="accent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21" name="Google Shape;21;p2"/>
          <p:cNvSpPr>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ormAutofit/>
          </a:bodyPr>
          <a:lstStyle>
            <a:lvl1pPr algn="l">
              <a:lnSpc>
                <a:spcPct val="100000"/>
              </a:lnSpc>
              <a:spcBef>
                <a:spcPts val="320"/>
              </a:spcBef>
              <a:spcAft>
                <a:spcPts val="0"/>
              </a:spcAft>
              <a:buSzPts val="1472"/>
              <a:buNone/>
              <a:defRPr sz="1600" cap="none">
                <a:solidFill>
                  <a:schemeClr val="accent2"/>
                </a:solidFill>
              </a:defRPr>
            </a:lvl1pPr>
            <a:lvl2pPr algn="ctr">
              <a:lnSpc>
                <a:spcPct val="100000"/>
              </a:lnSpc>
              <a:spcBef>
                <a:spcPts val="600"/>
              </a:spcBef>
              <a:spcAft>
                <a:spcPts val="0"/>
              </a:spcAft>
              <a:buSzPts val="1472"/>
              <a:buNone/>
              <a:defRPr>
                <a:solidFill>
                  <a:srgbClr val="888888"/>
                </a:solidFill>
              </a:defRPr>
            </a:lvl2pPr>
            <a:lvl3pPr algn="ctr">
              <a:lnSpc>
                <a:spcPct val="100000"/>
              </a:lnSpc>
              <a:spcBef>
                <a:spcPts val="600"/>
              </a:spcBef>
              <a:spcAft>
                <a:spcPts val="0"/>
              </a:spcAft>
              <a:buSzPts val="1288"/>
              <a:buNone/>
              <a:defRPr>
                <a:solidFill>
                  <a:srgbClr val="888888"/>
                </a:solidFill>
              </a:defRPr>
            </a:lvl3pPr>
            <a:lvl4pPr algn="ctr">
              <a:lnSpc>
                <a:spcPct val="100000"/>
              </a:lnSpc>
              <a:spcBef>
                <a:spcPts val="600"/>
              </a:spcBef>
              <a:spcAft>
                <a:spcPts val="0"/>
              </a:spcAft>
              <a:buSzPts val="1104"/>
              <a:buNone/>
              <a:defRPr>
                <a:solidFill>
                  <a:srgbClr val="888888"/>
                </a:solidFill>
              </a:defRPr>
            </a:lvl4pPr>
            <a:lvl5pPr algn="ctr">
              <a:lnSpc>
                <a:spcPct val="100000"/>
              </a:lnSpc>
              <a:spcBef>
                <a:spcPts val="600"/>
              </a:spcBef>
              <a:spcAft>
                <a:spcPts val="0"/>
              </a:spcAft>
              <a:buSzPts val="1104"/>
              <a:buNone/>
              <a:defRPr>
                <a:solidFill>
                  <a:srgbClr val="888888"/>
                </a:solidFill>
              </a:defRPr>
            </a:lvl5pPr>
            <a:lvl6pPr algn="ctr">
              <a:lnSpc>
                <a:spcPct val="100000"/>
              </a:lnSpc>
              <a:spcBef>
                <a:spcPts val="600"/>
              </a:spcBef>
              <a:spcAft>
                <a:spcPts val="0"/>
              </a:spcAft>
              <a:buSzPts val="1104"/>
              <a:buNone/>
              <a:defRPr>
                <a:solidFill>
                  <a:srgbClr val="888888"/>
                </a:solidFill>
              </a:defRPr>
            </a:lvl6pPr>
            <a:lvl7pPr algn="ctr">
              <a:lnSpc>
                <a:spcPct val="100000"/>
              </a:lnSpc>
              <a:spcBef>
                <a:spcPts val="600"/>
              </a:spcBef>
              <a:spcAft>
                <a:spcPts val="0"/>
              </a:spcAft>
              <a:buSzPts val="1104"/>
              <a:buNone/>
              <a:defRPr>
                <a:solidFill>
                  <a:srgbClr val="888888"/>
                </a:solidFill>
              </a:defRPr>
            </a:lvl7pPr>
            <a:lvl8pPr algn="ctr">
              <a:lnSpc>
                <a:spcPct val="100000"/>
              </a:lnSpc>
              <a:spcBef>
                <a:spcPts val="600"/>
              </a:spcBef>
              <a:spcAft>
                <a:spcPts val="0"/>
              </a:spcAft>
              <a:buSzPts val="1104"/>
              <a:buNone/>
              <a:defRPr>
                <a:solidFill>
                  <a:srgbClr val="888888"/>
                </a:solidFill>
              </a:defRPr>
            </a:lvl8pPr>
            <a:lvl9pPr algn="ctr">
              <a:lnSpc>
                <a:spcPct val="100000"/>
              </a:lnSpc>
              <a:spcBef>
                <a:spcPts val="600"/>
              </a:spcBef>
              <a:spcAft>
                <a:spcPts val="600"/>
              </a:spcAft>
              <a:buSzPts val="1104"/>
              <a:buNone/>
              <a:defRPr>
                <a:solidFill>
                  <a:srgbClr val="888888"/>
                </a:solidFill>
              </a:defRPr>
            </a:lvl9pPr>
          </a:lstStyle>
          <a:p/>
        </p:txBody>
      </p:sp>
      <p:sp>
        <p:nvSpPr>
          <p:cNvPr id="22" name="Google Shape;22;p2"/>
          <p:cNvSpPr>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solidFill>
                  <a:srgbClr val="3F3F3F"/>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23" name="Google Shape;23;p2"/>
          <p:cNvSpPr>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solidFill>
                  <a:srgbClr val="3F3F3F"/>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24" name="Google Shape;24;p2"/>
          <p:cNvSpPr>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1pPr>
            <a:lvl2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2pPr>
            <a:lvl3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3pPr>
            <a:lvl4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4pPr>
            <a:lvl5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5pPr>
            <a:lvl6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6pPr>
            <a:lvl7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7pPr>
            <a:lvl8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8pPr>
            <a:lvl9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
        <p:cNvGrpSpPr/>
        <p:nvPr/>
      </p:nvGrpSpPr>
      <p:grpSpPr/>
      <p:sp>
        <p:nvSpPr>
          <p:cNvPr id="26" name="Google Shape;26;p3"/>
          <p:cNvSpPr>
            <a:spLocks noGrp="1"/>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endParaRPr>
          </a:p>
        </p:txBody>
      </p:sp>
      <p:sp>
        <p:nvSpPr>
          <p:cNvPr id="27" name="Google Shape;27;p3"/>
          <p:cNvSpPr>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ormAutofit/>
          </a:bodyPr>
          <a:lstStyle>
            <a:lvl1pPr algn="l">
              <a:lnSpc>
                <a:spcPct val="100000"/>
              </a:lnSpc>
              <a:spcBef>
                <a:spcPts val="0"/>
              </a:spcBef>
              <a:spcAft>
                <a:spcPts val="0"/>
              </a:spcAft>
              <a:buClr>
                <a:schemeClr val="lt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28" name="Google Shape;28;p3"/>
          <p:cNvSpPr>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ormAutofit/>
          </a:bodyPr>
          <a:lstStyle>
            <a:lvl1pPr marL="457200" indent="-334010" algn="l">
              <a:lnSpc>
                <a:spcPct val="100000"/>
              </a:lnSpc>
              <a:spcBef>
                <a:spcPts val="360"/>
              </a:spcBef>
              <a:spcAft>
                <a:spcPts val="0"/>
              </a:spcAft>
              <a:buSzPts val="1656"/>
              <a:buChar char="◼"/>
              <a:defRPr/>
            </a:lvl1pPr>
            <a:lvl2pPr marL="914400" indent="-334010" algn="l">
              <a:lnSpc>
                <a:spcPct val="100000"/>
              </a:lnSpc>
              <a:spcBef>
                <a:spcPts val="600"/>
              </a:spcBef>
              <a:spcAft>
                <a:spcPts val="0"/>
              </a:spcAft>
              <a:buSzPts val="1656"/>
              <a:buChar char="◼"/>
              <a:defRPr/>
            </a:lvl2pPr>
            <a:lvl3pPr marL="1371600" indent="-334010" algn="l">
              <a:lnSpc>
                <a:spcPct val="100000"/>
              </a:lnSpc>
              <a:spcBef>
                <a:spcPts val="600"/>
              </a:spcBef>
              <a:spcAft>
                <a:spcPts val="0"/>
              </a:spcAft>
              <a:buSzPts val="1656"/>
              <a:buChar char="◼"/>
              <a:defRPr/>
            </a:lvl3pPr>
            <a:lvl4pPr marL="1828800" indent="-334010" algn="l">
              <a:lnSpc>
                <a:spcPct val="100000"/>
              </a:lnSpc>
              <a:spcBef>
                <a:spcPts val="600"/>
              </a:spcBef>
              <a:spcAft>
                <a:spcPts val="0"/>
              </a:spcAft>
              <a:buSzPts val="1656"/>
              <a:buChar char="◼"/>
              <a:defRPr/>
            </a:lvl4pPr>
            <a:lvl5pPr marL="2286000" indent="-334010" algn="l">
              <a:lnSpc>
                <a:spcPct val="100000"/>
              </a:lnSpc>
              <a:spcBef>
                <a:spcPts val="600"/>
              </a:spcBef>
              <a:spcAft>
                <a:spcPts val="0"/>
              </a:spcAft>
              <a:buSzPts val="1656"/>
              <a:buChar char="◼"/>
              <a:defRPr/>
            </a:lvl5pPr>
            <a:lvl6pPr marL="2743200" indent="-334010" algn="l">
              <a:lnSpc>
                <a:spcPct val="100000"/>
              </a:lnSpc>
              <a:spcBef>
                <a:spcPts val="600"/>
              </a:spcBef>
              <a:spcAft>
                <a:spcPts val="0"/>
              </a:spcAft>
              <a:buSzPts val="1656"/>
              <a:buChar char="◼"/>
              <a:defRPr/>
            </a:lvl6pPr>
            <a:lvl7pPr marL="3200400" indent="-334010" algn="l">
              <a:lnSpc>
                <a:spcPct val="100000"/>
              </a:lnSpc>
              <a:spcBef>
                <a:spcPts val="600"/>
              </a:spcBef>
              <a:spcAft>
                <a:spcPts val="0"/>
              </a:spcAft>
              <a:buSzPts val="1656"/>
              <a:buChar char="◼"/>
              <a:defRPr/>
            </a:lvl7pPr>
            <a:lvl8pPr marL="3657600" indent="-334010" algn="l">
              <a:lnSpc>
                <a:spcPct val="100000"/>
              </a:lnSpc>
              <a:spcBef>
                <a:spcPts val="600"/>
              </a:spcBef>
              <a:spcAft>
                <a:spcPts val="0"/>
              </a:spcAft>
              <a:buSzPts val="1656"/>
              <a:buChar char="◼"/>
              <a:defRPr/>
            </a:lvl8pPr>
            <a:lvl9pPr marL="4114800" indent="-334010" algn="l">
              <a:lnSpc>
                <a:spcPct val="100000"/>
              </a:lnSpc>
              <a:spcBef>
                <a:spcPts val="600"/>
              </a:spcBef>
              <a:spcAft>
                <a:spcPts val="600"/>
              </a:spcAft>
              <a:buSzPts val="1656"/>
              <a:buChar char="◼"/>
              <a:defRPr/>
            </a:lvl9pPr>
          </a:lstStyle>
          <a:p/>
        </p:txBody>
      </p:sp>
      <p:sp>
        <p:nvSpPr>
          <p:cNvPr id="29" name="Google Shape;29;p3"/>
          <p:cNvSpPr>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30" name="Google Shape;30;p3"/>
          <p:cNvSpPr>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31" name="Google Shape;31;p3"/>
          <p:cNvSpPr>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1pPr>
            <a:lvl2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2pPr>
            <a:lvl3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3pPr>
            <a:lvl4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4pPr>
            <a:lvl5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5pPr>
            <a:lvl6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6pPr>
            <a:lvl7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7pPr>
            <a:lvl8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8pPr>
            <a:lvl9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
        <p:cNvGrpSpPr/>
        <p:nvPr/>
      </p:nvGrpSpPr>
      <p:grpSpPr/>
      <p:sp>
        <p:nvSpPr>
          <p:cNvPr id="33" name="Google Shape;33;p4"/>
          <p:cNvSpPr>
            <a:spLocks noGrp="1"/>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endParaRPr>
          </a:p>
        </p:txBody>
      </p:sp>
      <p:sp>
        <p:nvSpPr>
          <p:cNvPr id="34" name="Google Shape;34;p4"/>
          <p:cNvSpPr>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ormAutofit/>
          </a:bodyPr>
          <a:lstStyle>
            <a:lvl1pPr algn="l">
              <a:lnSpc>
                <a:spcPct val="100000"/>
              </a:lnSpc>
              <a:spcBef>
                <a:spcPts val="0"/>
              </a:spcBef>
              <a:spcAft>
                <a:spcPts val="0"/>
              </a:spcAft>
              <a:buClr>
                <a:schemeClr val="lt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35" name="Google Shape;35;p4"/>
          <p:cNvSpPr>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36" name="Google Shape;36;p4"/>
          <p:cNvSpPr>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37" name="Google Shape;37;p4"/>
          <p:cNvSpPr>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1pPr>
            <a:lvl2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2pPr>
            <a:lvl3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3pPr>
            <a:lvl4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4pPr>
            <a:lvl5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5pPr>
            <a:lvl6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6pPr>
            <a:lvl7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7pPr>
            <a:lvl8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8pPr>
            <a:lvl9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
        <p:cNvGrpSpPr/>
        <p:nvPr/>
      </p:nvGrpSpPr>
      <p:grpSpPr/>
      <p:sp>
        <p:nvSpPr>
          <p:cNvPr id="39" name="Google Shape;39;p5"/>
          <p:cNvSpPr>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40" name="Google Shape;40;p5"/>
          <p:cNvSpPr>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41" name="Google Shape;41;p5"/>
          <p:cNvSpPr>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1pPr>
            <a:lvl2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2pPr>
            <a:lvl3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3pPr>
            <a:lvl4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4pPr>
            <a:lvl5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5pPr>
            <a:lvl6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6pPr>
            <a:lvl7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7pPr>
            <a:lvl8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8pPr>
            <a:lvl9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
        <p:cNvGrpSpPr/>
        <p:nvPr/>
      </p:nvGrpSpPr>
      <p:grpSpPr/>
      <p:sp>
        <p:nvSpPr>
          <p:cNvPr id="43" name="Google Shape;43;p6"/>
          <p:cNvSpPr>
            <a:spLocks noGrp="1"/>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endParaRPr>
          </a:p>
        </p:txBody>
      </p:sp>
      <p:sp>
        <p:nvSpPr>
          <p:cNvPr id="44" name="Google Shape;44;p6"/>
          <p:cNvSpPr>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ormAutofit/>
          </a:bodyPr>
          <a:lstStyle>
            <a:lvl1pPr algn="l">
              <a:lnSpc>
                <a:spcPct val="100000"/>
              </a:lnSpc>
              <a:spcBef>
                <a:spcPts val="0"/>
              </a:spcBef>
              <a:spcAft>
                <a:spcPts val="0"/>
              </a:spcAft>
              <a:buClr>
                <a:schemeClr val="accent1"/>
              </a:buClr>
              <a:buSzPts val="3600"/>
              <a:buFont typeface="Montserrat Medium"/>
              <a:buNone/>
              <a:defRPr sz="3600" b="0" cap="none">
                <a:solidFill>
                  <a:schemeClr val="accent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45" name="Google Shape;45;p6"/>
          <p:cNvSpPr>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ormAutofit/>
          </a:bodyPr>
          <a:lstStyle>
            <a:lvl1pPr marL="457200" indent="-228600" algn="l">
              <a:lnSpc>
                <a:spcPct val="100000"/>
              </a:lnSpc>
              <a:spcBef>
                <a:spcPts val="360"/>
              </a:spcBef>
              <a:spcAft>
                <a:spcPts val="0"/>
              </a:spcAft>
              <a:buSzPts val="1656"/>
              <a:buNone/>
              <a:defRPr sz="1800" cap="none">
                <a:solidFill>
                  <a:schemeClr val="accent2"/>
                </a:solidFill>
              </a:defRPr>
            </a:lvl1pPr>
            <a:lvl2pPr marL="914400" indent="-228600" algn="l">
              <a:lnSpc>
                <a:spcPct val="100000"/>
              </a:lnSpc>
              <a:spcBef>
                <a:spcPts val="600"/>
              </a:spcBef>
              <a:spcAft>
                <a:spcPts val="0"/>
              </a:spcAft>
              <a:buSzPts val="1656"/>
              <a:buNone/>
              <a:defRPr sz="1800">
                <a:solidFill>
                  <a:srgbClr val="888888"/>
                </a:solidFill>
              </a:defRPr>
            </a:lvl2pPr>
            <a:lvl3pPr marL="1371600" indent="-228600" algn="l">
              <a:lnSpc>
                <a:spcPct val="100000"/>
              </a:lnSpc>
              <a:spcBef>
                <a:spcPts val="600"/>
              </a:spcBef>
              <a:spcAft>
                <a:spcPts val="0"/>
              </a:spcAft>
              <a:buSzPts val="1472"/>
              <a:buNone/>
              <a:defRPr sz="1600">
                <a:solidFill>
                  <a:srgbClr val="888888"/>
                </a:solidFill>
              </a:defRPr>
            </a:lvl3pPr>
            <a:lvl4pPr marL="1828800" indent="-228600" algn="l">
              <a:lnSpc>
                <a:spcPct val="100000"/>
              </a:lnSpc>
              <a:spcBef>
                <a:spcPts val="600"/>
              </a:spcBef>
              <a:spcAft>
                <a:spcPts val="0"/>
              </a:spcAft>
              <a:buSzPts val="1288"/>
              <a:buNone/>
              <a:defRPr sz="1400">
                <a:solidFill>
                  <a:srgbClr val="888888"/>
                </a:solidFill>
              </a:defRPr>
            </a:lvl4pPr>
            <a:lvl5pPr marL="2286000" indent="-228600" algn="l">
              <a:lnSpc>
                <a:spcPct val="100000"/>
              </a:lnSpc>
              <a:spcBef>
                <a:spcPts val="600"/>
              </a:spcBef>
              <a:spcAft>
                <a:spcPts val="0"/>
              </a:spcAft>
              <a:buSzPts val="1288"/>
              <a:buNone/>
              <a:defRPr sz="1400">
                <a:solidFill>
                  <a:srgbClr val="888888"/>
                </a:solidFill>
              </a:defRPr>
            </a:lvl5pPr>
            <a:lvl6pPr marL="2743200" indent="-228600" algn="l">
              <a:lnSpc>
                <a:spcPct val="100000"/>
              </a:lnSpc>
              <a:spcBef>
                <a:spcPts val="600"/>
              </a:spcBef>
              <a:spcAft>
                <a:spcPts val="0"/>
              </a:spcAft>
              <a:buSzPts val="1288"/>
              <a:buNone/>
              <a:defRPr sz="1400">
                <a:solidFill>
                  <a:srgbClr val="888888"/>
                </a:solidFill>
              </a:defRPr>
            </a:lvl6pPr>
            <a:lvl7pPr marL="3200400" indent="-228600" algn="l">
              <a:lnSpc>
                <a:spcPct val="100000"/>
              </a:lnSpc>
              <a:spcBef>
                <a:spcPts val="600"/>
              </a:spcBef>
              <a:spcAft>
                <a:spcPts val="0"/>
              </a:spcAft>
              <a:buSzPts val="1288"/>
              <a:buNone/>
              <a:defRPr sz="1400">
                <a:solidFill>
                  <a:srgbClr val="888888"/>
                </a:solidFill>
              </a:defRPr>
            </a:lvl7pPr>
            <a:lvl8pPr marL="3657600" indent="-228600" algn="l">
              <a:lnSpc>
                <a:spcPct val="100000"/>
              </a:lnSpc>
              <a:spcBef>
                <a:spcPts val="600"/>
              </a:spcBef>
              <a:spcAft>
                <a:spcPts val="0"/>
              </a:spcAft>
              <a:buSzPts val="1288"/>
              <a:buNone/>
              <a:defRPr sz="1400">
                <a:solidFill>
                  <a:srgbClr val="888888"/>
                </a:solidFill>
              </a:defRPr>
            </a:lvl8pPr>
            <a:lvl9pPr marL="4114800" indent="-228600" algn="l">
              <a:lnSpc>
                <a:spcPct val="100000"/>
              </a:lnSpc>
              <a:spcBef>
                <a:spcPts val="600"/>
              </a:spcBef>
              <a:spcAft>
                <a:spcPts val="600"/>
              </a:spcAft>
              <a:buSzPts val="1288"/>
              <a:buNone/>
              <a:defRPr sz="1400">
                <a:solidFill>
                  <a:srgbClr val="888888"/>
                </a:solidFill>
              </a:defRPr>
            </a:lvl9pPr>
          </a:lstStyle>
          <a:p/>
        </p:txBody>
      </p:sp>
      <p:sp>
        <p:nvSpPr>
          <p:cNvPr id="46" name="Google Shape;46;p6"/>
          <p:cNvSpPr>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solidFill>
                  <a:srgbClr val="3F3F3F"/>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47" name="Google Shape;47;p6"/>
          <p:cNvSpPr>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solidFill>
                  <a:srgbClr val="3F3F3F"/>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48" name="Google Shape;48;p6"/>
          <p:cNvSpPr>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1pPr>
            <a:lvl2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2pPr>
            <a:lvl3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3pPr>
            <a:lvl4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4pPr>
            <a:lvl5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5pPr>
            <a:lvl6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6pPr>
            <a:lvl7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7pPr>
            <a:lvl8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8pPr>
            <a:lvl9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
        <p:cNvGrpSpPr/>
        <p:nvPr/>
      </p:nvGrpSpPr>
      <p:grpSpPr/>
      <p:sp>
        <p:nvSpPr>
          <p:cNvPr id="50" name="Google Shape;50;p7"/>
          <p:cNvSpPr>
            <a:spLocks noGrp="1"/>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endParaRPr>
          </a:p>
        </p:txBody>
      </p:sp>
      <p:sp>
        <p:nvSpPr>
          <p:cNvPr id="51" name="Google Shape;51;p7"/>
          <p:cNvSpPr>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ormAutofit/>
          </a:bodyPr>
          <a:lstStyle>
            <a:lvl1pPr algn="l">
              <a:lnSpc>
                <a:spcPct val="100000"/>
              </a:lnSpc>
              <a:spcBef>
                <a:spcPts val="0"/>
              </a:spcBef>
              <a:spcAft>
                <a:spcPts val="0"/>
              </a:spcAft>
              <a:buClr>
                <a:schemeClr val="lt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52" name="Google Shape;52;p7"/>
          <p:cNvSpPr>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ormAutofit/>
          </a:bodyPr>
          <a:lstStyle>
            <a:lvl1pPr marL="457200" indent="-334010" algn="l">
              <a:lnSpc>
                <a:spcPct val="100000"/>
              </a:lnSpc>
              <a:spcBef>
                <a:spcPts val="360"/>
              </a:spcBef>
              <a:spcAft>
                <a:spcPts val="0"/>
              </a:spcAft>
              <a:buSzPts val="1656"/>
              <a:buChar char="◼"/>
              <a:defRPr/>
            </a:lvl1pPr>
            <a:lvl2pPr marL="914400" indent="-334010" algn="l">
              <a:lnSpc>
                <a:spcPct val="100000"/>
              </a:lnSpc>
              <a:spcBef>
                <a:spcPts val="600"/>
              </a:spcBef>
              <a:spcAft>
                <a:spcPts val="0"/>
              </a:spcAft>
              <a:buSzPts val="1656"/>
              <a:buChar char="◼"/>
              <a:defRPr/>
            </a:lvl2pPr>
            <a:lvl3pPr marL="1371600" indent="-334010" algn="l">
              <a:lnSpc>
                <a:spcPct val="100000"/>
              </a:lnSpc>
              <a:spcBef>
                <a:spcPts val="600"/>
              </a:spcBef>
              <a:spcAft>
                <a:spcPts val="0"/>
              </a:spcAft>
              <a:buSzPts val="1656"/>
              <a:buChar char="◼"/>
              <a:defRPr/>
            </a:lvl3pPr>
            <a:lvl4pPr marL="1828800" indent="-334010" algn="l">
              <a:lnSpc>
                <a:spcPct val="100000"/>
              </a:lnSpc>
              <a:spcBef>
                <a:spcPts val="600"/>
              </a:spcBef>
              <a:spcAft>
                <a:spcPts val="0"/>
              </a:spcAft>
              <a:buSzPts val="1656"/>
              <a:buChar char="◼"/>
              <a:defRPr/>
            </a:lvl4pPr>
            <a:lvl5pPr marL="2286000" indent="-334010" algn="l">
              <a:lnSpc>
                <a:spcPct val="100000"/>
              </a:lnSpc>
              <a:spcBef>
                <a:spcPts val="600"/>
              </a:spcBef>
              <a:spcAft>
                <a:spcPts val="0"/>
              </a:spcAft>
              <a:buSzPts val="1656"/>
              <a:buChar char="◼"/>
              <a:defRPr/>
            </a:lvl5pPr>
            <a:lvl6pPr marL="2743200" indent="-334010" algn="l">
              <a:lnSpc>
                <a:spcPct val="100000"/>
              </a:lnSpc>
              <a:spcBef>
                <a:spcPts val="600"/>
              </a:spcBef>
              <a:spcAft>
                <a:spcPts val="0"/>
              </a:spcAft>
              <a:buSzPts val="1656"/>
              <a:buChar char="◼"/>
              <a:defRPr/>
            </a:lvl6pPr>
            <a:lvl7pPr marL="3200400" indent="-334010" algn="l">
              <a:lnSpc>
                <a:spcPct val="100000"/>
              </a:lnSpc>
              <a:spcBef>
                <a:spcPts val="600"/>
              </a:spcBef>
              <a:spcAft>
                <a:spcPts val="0"/>
              </a:spcAft>
              <a:buSzPts val="1656"/>
              <a:buChar char="◼"/>
              <a:defRPr/>
            </a:lvl7pPr>
            <a:lvl8pPr marL="3657600" indent="-334010" algn="l">
              <a:lnSpc>
                <a:spcPct val="100000"/>
              </a:lnSpc>
              <a:spcBef>
                <a:spcPts val="600"/>
              </a:spcBef>
              <a:spcAft>
                <a:spcPts val="0"/>
              </a:spcAft>
              <a:buSzPts val="1656"/>
              <a:buChar char="◼"/>
              <a:defRPr/>
            </a:lvl8pPr>
            <a:lvl9pPr marL="4114800" indent="-334010" algn="l">
              <a:lnSpc>
                <a:spcPct val="100000"/>
              </a:lnSpc>
              <a:spcBef>
                <a:spcPts val="600"/>
              </a:spcBef>
              <a:spcAft>
                <a:spcPts val="600"/>
              </a:spcAft>
              <a:buSzPts val="1656"/>
              <a:buChar char="◼"/>
              <a:defRPr/>
            </a:lvl9pPr>
          </a:lstStyle>
          <a:p/>
        </p:txBody>
      </p:sp>
      <p:sp>
        <p:nvSpPr>
          <p:cNvPr id="53" name="Google Shape;53;p7"/>
          <p:cNvSpPr>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ormAutofit/>
          </a:bodyPr>
          <a:lstStyle>
            <a:lvl1pPr marL="457200" indent="-334010" algn="l">
              <a:lnSpc>
                <a:spcPct val="100000"/>
              </a:lnSpc>
              <a:spcBef>
                <a:spcPts val="360"/>
              </a:spcBef>
              <a:spcAft>
                <a:spcPts val="0"/>
              </a:spcAft>
              <a:buSzPts val="1656"/>
              <a:buChar char="◼"/>
              <a:defRPr/>
            </a:lvl1pPr>
            <a:lvl2pPr marL="914400" indent="-334010" algn="l">
              <a:lnSpc>
                <a:spcPct val="100000"/>
              </a:lnSpc>
              <a:spcBef>
                <a:spcPts val="600"/>
              </a:spcBef>
              <a:spcAft>
                <a:spcPts val="0"/>
              </a:spcAft>
              <a:buSzPts val="1656"/>
              <a:buChar char="◼"/>
              <a:defRPr/>
            </a:lvl2pPr>
            <a:lvl3pPr marL="1371600" indent="-334010" algn="l">
              <a:lnSpc>
                <a:spcPct val="100000"/>
              </a:lnSpc>
              <a:spcBef>
                <a:spcPts val="600"/>
              </a:spcBef>
              <a:spcAft>
                <a:spcPts val="0"/>
              </a:spcAft>
              <a:buSzPts val="1656"/>
              <a:buChar char="◼"/>
              <a:defRPr/>
            </a:lvl3pPr>
            <a:lvl4pPr marL="1828800" indent="-334010" algn="l">
              <a:lnSpc>
                <a:spcPct val="100000"/>
              </a:lnSpc>
              <a:spcBef>
                <a:spcPts val="600"/>
              </a:spcBef>
              <a:spcAft>
                <a:spcPts val="0"/>
              </a:spcAft>
              <a:buSzPts val="1656"/>
              <a:buChar char="◼"/>
              <a:defRPr/>
            </a:lvl4pPr>
            <a:lvl5pPr marL="2286000" indent="-334010" algn="l">
              <a:lnSpc>
                <a:spcPct val="100000"/>
              </a:lnSpc>
              <a:spcBef>
                <a:spcPts val="600"/>
              </a:spcBef>
              <a:spcAft>
                <a:spcPts val="0"/>
              </a:spcAft>
              <a:buSzPts val="1656"/>
              <a:buChar char="◼"/>
              <a:defRPr/>
            </a:lvl5pPr>
            <a:lvl6pPr marL="2743200" indent="-334010" algn="l">
              <a:lnSpc>
                <a:spcPct val="100000"/>
              </a:lnSpc>
              <a:spcBef>
                <a:spcPts val="600"/>
              </a:spcBef>
              <a:spcAft>
                <a:spcPts val="0"/>
              </a:spcAft>
              <a:buSzPts val="1656"/>
              <a:buChar char="◼"/>
              <a:defRPr/>
            </a:lvl6pPr>
            <a:lvl7pPr marL="3200400" indent="-334010" algn="l">
              <a:lnSpc>
                <a:spcPct val="100000"/>
              </a:lnSpc>
              <a:spcBef>
                <a:spcPts val="600"/>
              </a:spcBef>
              <a:spcAft>
                <a:spcPts val="0"/>
              </a:spcAft>
              <a:buSzPts val="1656"/>
              <a:buChar char="◼"/>
              <a:defRPr/>
            </a:lvl7pPr>
            <a:lvl8pPr marL="3657600" indent="-334010" algn="l">
              <a:lnSpc>
                <a:spcPct val="100000"/>
              </a:lnSpc>
              <a:spcBef>
                <a:spcPts val="600"/>
              </a:spcBef>
              <a:spcAft>
                <a:spcPts val="0"/>
              </a:spcAft>
              <a:buSzPts val="1656"/>
              <a:buChar char="◼"/>
              <a:defRPr/>
            </a:lvl8pPr>
            <a:lvl9pPr marL="4114800" indent="-334010" algn="l">
              <a:lnSpc>
                <a:spcPct val="100000"/>
              </a:lnSpc>
              <a:spcBef>
                <a:spcPts val="600"/>
              </a:spcBef>
              <a:spcAft>
                <a:spcPts val="600"/>
              </a:spcAft>
              <a:buSzPts val="1656"/>
              <a:buChar char="◼"/>
              <a:defRPr/>
            </a:lvl9pPr>
          </a:lstStyle>
          <a:p/>
        </p:txBody>
      </p:sp>
      <p:sp>
        <p:nvSpPr>
          <p:cNvPr id="54" name="Google Shape;54;p7"/>
          <p:cNvSpPr>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55" name="Google Shape;55;p7"/>
          <p:cNvSpPr>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56" name="Google Shape;56;p7"/>
          <p:cNvSpPr>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1pPr>
            <a:lvl2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2pPr>
            <a:lvl3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3pPr>
            <a:lvl4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4pPr>
            <a:lvl5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5pPr>
            <a:lvl6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6pPr>
            <a:lvl7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7pPr>
            <a:lvl8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8pPr>
            <a:lvl9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
        <p:cNvGrpSpPr/>
        <p:nvPr/>
      </p:nvGrpSpPr>
      <p:grpSpPr/>
      <p:sp>
        <p:nvSpPr>
          <p:cNvPr id="58" name="Google Shape;58;p8"/>
          <p:cNvSpPr>
            <a:spLocks noGrp="1"/>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endParaRPr>
          </a:p>
        </p:txBody>
      </p:sp>
      <p:sp>
        <p:nvSpPr>
          <p:cNvPr id="59" name="Google Shape;59;p8"/>
          <p:cNvSpPr>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ormAutofit/>
          </a:bodyPr>
          <a:lstStyle>
            <a:lvl1pPr algn="l">
              <a:lnSpc>
                <a:spcPct val="100000"/>
              </a:lnSpc>
              <a:spcBef>
                <a:spcPts val="0"/>
              </a:spcBef>
              <a:spcAft>
                <a:spcPts val="0"/>
              </a:spcAft>
              <a:buClr>
                <a:schemeClr val="lt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60" name="Google Shape;60;p8"/>
          <p:cNvSpPr>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oAutofit/>
          </a:bodyPr>
          <a:lstStyle>
            <a:lvl1pPr marL="457200" indent="-228600" algn="l">
              <a:lnSpc>
                <a:spcPct val="100000"/>
              </a:lnSpc>
              <a:spcBef>
                <a:spcPts val="440"/>
              </a:spcBef>
              <a:spcAft>
                <a:spcPts val="0"/>
              </a:spcAft>
              <a:buSzPts val="2024"/>
              <a:buNone/>
              <a:defRPr sz="2200" b="0">
                <a:solidFill>
                  <a:schemeClr val="accent2"/>
                </a:solidFill>
              </a:defRPr>
            </a:lvl1pPr>
            <a:lvl2pPr marL="914400" indent="-228600" algn="l">
              <a:lnSpc>
                <a:spcPct val="100000"/>
              </a:lnSpc>
              <a:spcBef>
                <a:spcPts val="600"/>
              </a:spcBef>
              <a:spcAft>
                <a:spcPts val="0"/>
              </a:spcAft>
              <a:buSzPts val="1840"/>
              <a:buNone/>
              <a:defRPr sz="2000" b="1"/>
            </a:lvl2pPr>
            <a:lvl3pPr marL="1371600" indent="-228600" algn="l">
              <a:lnSpc>
                <a:spcPct val="100000"/>
              </a:lnSpc>
              <a:spcBef>
                <a:spcPts val="600"/>
              </a:spcBef>
              <a:spcAft>
                <a:spcPts val="0"/>
              </a:spcAft>
              <a:buSzPts val="1656"/>
              <a:buNone/>
              <a:defRPr sz="1800" b="1"/>
            </a:lvl3pPr>
            <a:lvl4pPr marL="1828800" indent="-228600" algn="l">
              <a:lnSpc>
                <a:spcPct val="100000"/>
              </a:lnSpc>
              <a:spcBef>
                <a:spcPts val="600"/>
              </a:spcBef>
              <a:spcAft>
                <a:spcPts val="0"/>
              </a:spcAft>
              <a:buSzPts val="1472"/>
              <a:buNone/>
              <a:defRPr sz="1600" b="1"/>
            </a:lvl4pPr>
            <a:lvl5pPr marL="2286000" indent="-228600" algn="l">
              <a:lnSpc>
                <a:spcPct val="100000"/>
              </a:lnSpc>
              <a:spcBef>
                <a:spcPts val="600"/>
              </a:spcBef>
              <a:spcAft>
                <a:spcPts val="0"/>
              </a:spcAft>
              <a:buSzPts val="1472"/>
              <a:buNone/>
              <a:defRPr sz="1600" b="1"/>
            </a:lvl5pPr>
            <a:lvl6pPr marL="2743200" indent="-228600" algn="l">
              <a:lnSpc>
                <a:spcPct val="100000"/>
              </a:lnSpc>
              <a:spcBef>
                <a:spcPts val="600"/>
              </a:spcBef>
              <a:spcAft>
                <a:spcPts val="0"/>
              </a:spcAft>
              <a:buSzPts val="1472"/>
              <a:buNone/>
              <a:defRPr sz="1600" b="1"/>
            </a:lvl6pPr>
            <a:lvl7pPr marL="3200400" indent="-228600" algn="l">
              <a:lnSpc>
                <a:spcPct val="100000"/>
              </a:lnSpc>
              <a:spcBef>
                <a:spcPts val="600"/>
              </a:spcBef>
              <a:spcAft>
                <a:spcPts val="0"/>
              </a:spcAft>
              <a:buSzPts val="1472"/>
              <a:buNone/>
              <a:defRPr sz="1600" b="1"/>
            </a:lvl7pPr>
            <a:lvl8pPr marL="3657600" indent="-228600" algn="l">
              <a:lnSpc>
                <a:spcPct val="100000"/>
              </a:lnSpc>
              <a:spcBef>
                <a:spcPts val="600"/>
              </a:spcBef>
              <a:spcAft>
                <a:spcPts val="0"/>
              </a:spcAft>
              <a:buSzPts val="1472"/>
              <a:buNone/>
              <a:defRPr sz="1600" b="1"/>
            </a:lvl8pPr>
            <a:lvl9pPr marL="4114800" indent="-228600" algn="l">
              <a:lnSpc>
                <a:spcPct val="100000"/>
              </a:lnSpc>
              <a:spcBef>
                <a:spcPts val="600"/>
              </a:spcBef>
              <a:spcAft>
                <a:spcPts val="600"/>
              </a:spcAft>
              <a:buSzPts val="1472"/>
              <a:buNone/>
              <a:defRPr sz="1600" b="1"/>
            </a:lvl9pPr>
          </a:lstStyle>
          <a:p/>
        </p:txBody>
      </p:sp>
      <p:sp>
        <p:nvSpPr>
          <p:cNvPr id="61" name="Google Shape;61;p8"/>
          <p:cNvSpPr>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ormAutofit/>
          </a:bodyPr>
          <a:lstStyle>
            <a:lvl1pPr marL="457200" indent="-334010" algn="l">
              <a:lnSpc>
                <a:spcPct val="100000"/>
              </a:lnSpc>
              <a:spcBef>
                <a:spcPts val="360"/>
              </a:spcBef>
              <a:spcAft>
                <a:spcPts val="0"/>
              </a:spcAft>
              <a:buSzPts val="1656"/>
              <a:buChar char="◼"/>
              <a:defRPr/>
            </a:lvl1pPr>
            <a:lvl2pPr marL="914400" indent="-334010" algn="l">
              <a:lnSpc>
                <a:spcPct val="100000"/>
              </a:lnSpc>
              <a:spcBef>
                <a:spcPts val="600"/>
              </a:spcBef>
              <a:spcAft>
                <a:spcPts val="0"/>
              </a:spcAft>
              <a:buSzPts val="1656"/>
              <a:buChar char="◼"/>
              <a:defRPr/>
            </a:lvl2pPr>
            <a:lvl3pPr marL="1371600" indent="-334010" algn="l">
              <a:lnSpc>
                <a:spcPct val="100000"/>
              </a:lnSpc>
              <a:spcBef>
                <a:spcPts val="600"/>
              </a:spcBef>
              <a:spcAft>
                <a:spcPts val="0"/>
              </a:spcAft>
              <a:buSzPts val="1656"/>
              <a:buChar char="◼"/>
              <a:defRPr/>
            </a:lvl3pPr>
            <a:lvl4pPr marL="1828800" indent="-334010" algn="l">
              <a:lnSpc>
                <a:spcPct val="100000"/>
              </a:lnSpc>
              <a:spcBef>
                <a:spcPts val="600"/>
              </a:spcBef>
              <a:spcAft>
                <a:spcPts val="0"/>
              </a:spcAft>
              <a:buSzPts val="1656"/>
              <a:buChar char="◼"/>
              <a:defRPr/>
            </a:lvl4pPr>
            <a:lvl5pPr marL="2286000" indent="-334010" algn="l">
              <a:lnSpc>
                <a:spcPct val="100000"/>
              </a:lnSpc>
              <a:spcBef>
                <a:spcPts val="600"/>
              </a:spcBef>
              <a:spcAft>
                <a:spcPts val="0"/>
              </a:spcAft>
              <a:buSzPts val="1656"/>
              <a:buChar char="◼"/>
              <a:defRPr/>
            </a:lvl5pPr>
            <a:lvl6pPr marL="2743200" indent="-334010" algn="l">
              <a:lnSpc>
                <a:spcPct val="100000"/>
              </a:lnSpc>
              <a:spcBef>
                <a:spcPts val="600"/>
              </a:spcBef>
              <a:spcAft>
                <a:spcPts val="0"/>
              </a:spcAft>
              <a:buSzPts val="1656"/>
              <a:buChar char="◼"/>
              <a:defRPr/>
            </a:lvl6pPr>
            <a:lvl7pPr marL="3200400" indent="-334010" algn="l">
              <a:lnSpc>
                <a:spcPct val="100000"/>
              </a:lnSpc>
              <a:spcBef>
                <a:spcPts val="600"/>
              </a:spcBef>
              <a:spcAft>
                <a:spcPts val="0"/>
              </a:spcAft>
              <a:buSzPts val="1656"/>
              <a:buChar char="◼"/>
              <a:defRPr/>
            </a:lvl7pPr>
            <a:lvl8pPr marL="3657600" indent="-334010" algn="l">
              <a:lnSpc>
                <a:spcPct val="100000"/>
              </a:lnSpc>
              <a:spcBef>
                <a:spcPts val="600"/>
              </a:spcBef>
              <a:spcAft>
                <a:spcPts val="0"/>
              </a:spcAft>
              <a:buSzPts val="1656"/>
              <a:buChar char="◼"/>
              <a:defRPr/>
            </a:lvl8pPr>
            <a:lvl9pPr marL="4114800" indent="-334010" algn="l">
              <a:lnSpc>
                <a:spcPct val="100000"/>
              </a:lnSpc>
              <a:spcBef>
                <a:spcPts val="600"/>
              </a:spcBef>
              <a:spcAft>
                <a:spcPts val="600"/>
              </a:spcAft>
              <a:buSzPts val="1656"/>
              <a:buChar char="◼"/>
              <a:defRPr/>
            </a:lvl9pPr>
          </a:lstStyle>
          <a:p/>
        </p:txBody>
      </p:sp>
      <p:sp>
        <p:nvSpPr>
          <p:cNvPr id="62" name="Google Shape;62;p8"/>
          <p:cNvSpPr>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oAutofit/>
          </a:bodyPr>
          <a:lstStyle>
            <a:lvl1pPr marL="457200" indent="-228600" algn="l">
              <a:lnSpc>
                <a:spcPct val="100000"/>
              </a:lnSpc>
              <a:spcBef>
                <a:spcPts val="440"/>
              </a:spcBef>
              <a:spcAft>
                <a:spcPts val="0"/>
              </a:spcAft>
              <a:buSzPts val="2024"/>
              <a:buNone/>
              <a:defRPr sz="2200" b="0">
                <a:solidFill>
                  <a:schemeClr val="accent2"/>
                </a:solidFill>
              </a:defRPr>
            </a:lvl1pPr>
            <a:lvl2pPr marL="914400" indent="-228600" algn="l">
              <a:lnSpc>
                <a:spcPct val="100000"/>
              </a:lnSpc>
              <a:spcBef>
                <a:spcPts val="600"/>
              </a:spcBef>
              <a:spcAft>
                <a:spcPts val="0"/>
              </a:spcAft>
              <a:buSzPts val="1840"/>
              <a:buNone/>
              <a:defRPr sz="2000" b="1"/>
            </a:lvl2pPr>
            <a:lvl3pPr marL="1371600" indent="-228600" algn="l">
              <a:lnSpc>
                <a:spcPct val="100000"/>
              </a:lnSpc>
              <a:spcBef>
                <a:spcPts val="600"/>
              </a:spcBef>
              <a:spcAft>
                <a:spcPts val="0"/>
              </a:spcAft>
              <a:buSzPts val="1656"/>
              <a:buNone/>
              <a:defRPr sz="1800" b="1"/>
            </a:lvl3pPr>
            <a:lvl4pPr marL="1828800" indent="-228600" algn="l">
              <a:lnSpc>
                <a:spcPct val="100000"/>
              </a:lnSpc>
              <a:spcBef>
                <a:spcPts val="600"/>
              </a:spcBef>
              <a:spcAft>
                <a:spcPts val="0"/>
              </a:spcAft>
              <a:buSzPts val="1472"/>
              <a:buNone/>
              <a:defRPr sz="1600" b="1"/>
            </a:lvl4pPr>
            <a:lvl5pPr marL="2286000" indent="-228600" algn="l">
              <a:lnSpc>
                <a:spcPct val="100000"/>
              </a:lnSpc>
              <a:spcBef>
                <a:spcPts val="600"/>
              </a:spcBef>
              <a:spcAft>
                <a:spcPts val="0"/>
              </a:spcAft>
              <a:buSzPts val="1472"/>
              <a:buNone/>
              <a:defRPr sz="1600" b="1"/>
            </a:lvl5pPr>
            <a:lvl6pPr marL="2743200" indent="-228600" algn="l">
              <a:lnSpc>
                <a:spcPct val="100000"/>
              </a:lnSpc>
              <a:spcBef>
                <a:spcPts val="600"/>
              </a:spcBef>
              <a:spcAft>
                <a:spcPts val="0"/>
              </a:spcAft>
              <a:buSzPts val="1472"/>
              <a:buNone/>
              <a:defRPr sz="1600" b="1"/>
            </a:lvl6pPr>
            <a:lvl7pPr marL="3200400" indent="-228600" algn="l">
              <a:lnSpc>
                <a:spcPct val="100000"/>
              </a:lnSpc>
              <a:spcBef>
                <a:spcPts val="600"/>
              </a:spcBef>
              <a:spcAft>
                <a:spcPts val="0"/>
              </a:spcAft>
              <a:buSzPts val="1472"/>
              <a:buNone/>
              <a:defRPr sz="1600" b="1"/>
            </a:lvl7pPr>
            <a:lvl8pPr marL="3657600" indent="-228600" algn="l">
              <a:lnSpc>
                <a:spcPct val="100000"/>
              </a:lnSpc>
              <a:spcBef>
                <a:spcPts val="600"/>
              </a:spcBef>
              <a:spcAft>
                <a:spcPts val="0"/>
              </a:spcAft>
              <a:buSzPts val="1472"/>
              <a:buNone/>
              <a:defRPr sz="1600" b="1"/>
            </a:lvl8pPr>
            <a:lvl9pPr marL="4114800" indent="-228600" algn="l">
              <a:lnSpc>
                <a:spcPct val="100000"/>
              </a:lnSpc>
              <a:spcBef>
                <a:spcPts val="600"/>
              </a:spcBef>
              <a:spcAft>
                <a:spcPts val="600"/>
              </a:spcAft>
              <a:buSzPts val="1472"/>
              <a:buNone/>
              <a:defRPr sz="1600" b="1"/>
            </a:lvl9pPr>
          </a:lstStyle>
          <a:p/>
        </p:txBody>
      </p:sp>
      <p:sp>
        <p:nvSpPr>
          <p:cNvPr id="63" name="Google Shape;63;p8"/>
          <p:cNvSpPr>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ormAutofit/>
          </a:bodyPr>
          <a:lstStyle>
            <a:lvl1pPr marL="457200" indent="-334010" algn="l">
              <a:lnSpc>
                <a:spcPct val="100000"/>
              </a:lnSpc>
              <a:spcBef>
                <a:spcPts val="360"/>
              </a:spcBef>
              <a:spcAft>
                <a:spcPts val="0"/>
              </a:spcAft>
              <a:buSzPts val="1656"/>
              <a:buChar char="◼"/>
              <a:defRPr/>
            </a:lvl1pPr>
            <a:lvl2pPr marL="914400" indent="-334010" algn="l">
              <a:lnSpc>
                <a:spcPct val="100000"/>
              </a:lnSpc>
              <a:spcBef>
                <a:spcPts val="600"/>
              </a:spcBef>
              <a:spcAft>
                <a:spcPts val="0"/>
              </a:spcAft>
              <a:buSzPts val="1656"/>
              <a:buChar char="◼"/>
              <a:defRPr/>
            </a:lvl2pPr>
            <a:lvl3pPr marL="1371600" indent="-334010" algn="l">
              <a:lnSpc>
                <a:spcPct val="100000"/>
              </a:lnSpc>
              <a:spcBef>
                <a:spcPts val="600"/>
              </a:spcBef>
              <a:spcAft>
                <a:spcPts val="0"/>
              </a:spcAft>
              <a:buSzPts val="1656"/>
              <a:buChar char="◼"/>
              <a:defRPr/>
            </a:lvl3pPr>
            <a:lvl4pPr marL="1828800" indent="-334010" algn="l">
              <a:lnSpc>
                <a:spcPct val="100000"/>
              </a:lnSpc>
              <a:spcBef>
                <a:spcPts val="600"/>
              </a:spcBef>
              <a:spcAft>
                <a:spcPts val="0"/>
              </a:spcAft>
              <a:buSzPts val="1656"/>
              <a:buChar char="◼"/>
              <a:defRPr/>
            </a:lvl4pPr>
            <a:lvl5pPr marL="2286000" indent="-334010" algn="l">
              <a:lnSpc>
                <a:spcPct val="100000"/>
              </a:lnSpc>
              <a:spcBef>
                <a:spcPts val="600"/>
              </a:spcBef>
              <a:spcAft>
                <a:spcPts val="0"/>
              </a:spcAft>
              <a:buSzPts val="1656"/>
              <a:buChar char="◼"/>
              <a:defRPr/>
            </a:lvl5pPr>
            <a:lvl6pPr marL="2743200" indent="-334010" algn="l">
              <a:lnSpc>
                <a:spcPct val="100000"/>
              </a:lnSpc>
              <a:spcBef>
                <a:spcPts val="600"/>
              </a:spcBef>
              <a:spcAft>
                <a:spcPts val="0"/>
              </a:spcAft>
              <a:buSzPts val="1656"/>
              <a:buChar char="◼"/>
              <a:defRPr/>
            </a:lvl6pPr>
            <a:lvl7pPr marL="3200400" indent="-334010" algn="l">
              <a:lnSpc>
                <a:spcPct val="100000"/>
              </a:lnSpc>
              <a:spcBef>
                <a:spcPts val="600"/>
              </a:spcBef>
              <a:spcAft>
                <a:spcPts val="0"/>
              </a:spcAft>
              <a:buSzPts val="1656"/>
              <a:buChar char="◼"/>
              <a:defRPr/>
            </a:lvl7pPr>
            <a:lvl8pPr marL="3657600" indent="-334010" algn="l">
              <a:lnSpc>
                <a:spcPct val="100000"/>
              </a:lnSpc>
              <a:spcBef>
                <a:spcPts val="600"/>
              </a:spcBef>
              <a:spcAft>
                <a:spcPts val="0"/>
              </a:spcAft>
              <a:buSzPts val="1656"/>
              <a:buChar char="◼"/>
              <a:defRPr/>
            </a:lvl8pPr>
            <a:lvl9pPr marL="4114800" indent="-334010" algn="l">
              <a:lnSpc>
                <a:spcPct val="100000"/>
              </a:lnSpc>
              <a:spcBef>
                <a:spcPts val="600"/>
              </a:spcBef>
              <a:spcAft>
                <a:spcPts val="600"/>
              </a:spcAft>
              <a:buSzPts val="1656"/>
              <a:buChar char="◼"/>
              <a:defRPr/>
            </a:lvl9pPr>
          </a:lstStyle>
          <a:p/>
        </p:txBody>
      </p:sp>
      <p:sp>
        <p:nvSpPr>
          <p:cNvPr id="64" name="Google Shape;64;p8"/>
          <p:cNvSpPr>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65" name="Google Shape;65;p8"/>
          <p:cNvSpPr>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66" name="Google Shape;66;p8"/>
          <p:cNvSpPr>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1pPr>
            <a:lvl2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2pPr>
            <a:lvl3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3pPr>
            <a:lvl4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4pPr>
            <a:lvl5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5pPr>
            <a:lvl6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6pPr>
            <a:lvl7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7pPr>
            <a:lvl8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8pPr>
            <a:lvl9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
        <p:cNvGrpSpPr/>
        <p:nvPr/>
      </p:nvGrpSpPr>
      <p:grpSpPr/>
      <p:sp>
        <p:nvSpPr>
          <p:cNvPr id="68" name="Google Shape;68;p9"/>
          <p:cNvSpPr>
            <a:spLocks noGrp="1"/>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endParaRPr>
          </a:p>
        </p:txBody>
      </p:sp>
      <p:sp>
        <p:nvSpPr>
          <p:cNvPr id="69" name="Google Shape;69;p9"/>
          <p:cNvSpPr>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ormAutofit/>
          </a:bodyPr>
          <a:lstStyle>
            <a:lvl1pPr algn="l">
              <a:lnSpc>
                <a:spcPct val="100000"/>
              </a:lnSpc>
              <a:spcBef>
                <a:spcPts val="0"/>
              </a:spcBef>
              <a:spcAft>
                <a:spcPts val="0"/>
              </a:spcAft>
              <a:buClr>
                <a:srgbClr val="3F3F3F"/>
              </a:buClr>
              <a:buSzPts val="2000"/>
              <a:buFont typeface="Montserrat Medium"/>
              <a:buNone/>
              <a:defRPr sz="2000" b="0">
                <a:solidFill>
                  <a:srgbClr val="3F3F3F"/>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70" name="Google Shape;70;p9"/>
          <p:cNvSpPr>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ormAutofit/>
          </a:bodyPr>
          <a:lstStyle>
            <a:lvl1pPr marL="457200" indent="-345440" algn="l">
              <a:lnSpc>
                <a:spcPct val="100000"/>
              </a:lnSpc>
              <a:spcBef>
                <a:spcPts val="400"/>
              </a:spcBef>
              <a:spcAft>
                <a:spcPts val="0"/>
              </a:spcAft>
              <a:buSzPts val="1840"/>
              <a:buChar char="◼"/>
              <a:defRPr sz="2000">
                <a:solidFill>
                  <a:schemeClr val="dk2"/>
                </a:solidFill>
              </a:defRPr>
            </a:lvl1pPr>
            <a:lvl2pPr marL="914400" indent="-334010" algn="l">
              <a:lnSpc>
                <a:spcPct val="100000"/>
              </a:lnSpc>
              <a:spcBef>
                <a:spcPts val="600"/>
              </a:spcBef>
              <a:spcAft>
                <a:spcPts val="0"/>
              </a:spcAft>
              <a:buSzPts val="1656"/>
              <a:buChar char="◼"/>
              <a:defRPr sz="1800">
                <a:solidFill>
                  <a:schemeClr val="dk2"/>
                </a:solidFill>
              </a:defRPr>
            </a:lvl2pPr>
            <a:lvl3pPr marL="1371600" indent="-321945" algn="l">
              <a:lnSpc>
                <a:spcPct val="100000"/>
              </a:lnSpc>
              <a:spcBef>
                <a:spcPts val="600"/>
              </a:spcBef>
              <a:spcAft>
                <a:spcPts val="0"/>
              </a:spcAft>
              <a:buSzPts val="1472"/>
              <a:buChar char="◼"/>
              <a:defRPr sz="1600">
                <a:solidFill>
                  <a:schemeClr val="dk2"/>
                </a:solidFill>
              </a:defRPr>
            </a:lvl3pPr>
            <a:lvl4pPr marL="1828800" indent="-310515" algn="l">
              <a:lnSpc>
                <a:spcPct val="100000"/>
              </a:lnSpc>
              <a:spcBef>
                <a:spcPts val="600"/>
              </a:spcBef>
              <a:spcAft>
                <a:spcPts val="0"/>
              </a:spcAft>
              <a:buSzPts val="1288"/>
              <a:buChar char="◼"/>
              <a:defRPr sz="1400">
                <a:solidFill>
                  <a:schemeClr val="dk2"/>
                </a:solidFill>
              </a:defRPr>
            </a:lvl4pPr>
            <a:lvl5pPr marL="2286000" indent="-310515" algn="l">
              <a:lnSpc>
                <a:spcPct val="100000"/>
              </a:lnSpc>
              <a:spcBef>
                <a:spcPts val="600"/>
              </a:spcBef>
              <a:spcAft>
                <a:spcPts val="0"/>
              </a:spcAft>
              <a:buSzPts val="1288"/>
              <a:buChar char="◼"/>
              <a:defRPr sz="1400">
                <a:solidFill>
                  <a:schemeClr val="dk2"/>
                </a:solidFill>
              </a:defRPr>
            </a:lvl5pPr>
            <a:lvl6pPr marL="2743200" indent="-310515" algn="l">
              <a:lnSpc>
                <a:spcPct val="100000"/>
              </a:lnSpc>
              <a:spcBef>
                <a:spcPts val="600"/>
              </a:spcBef>
              <a:spcAft>
                <a:spcPts val="0"/>
              </a:spcAft>
              <a:buSzPts val="1288"/>
              <a:buChar char="◼"/>
              <a:defRPr sz="1400">
                <a:solidFill>
                  <a:schemeClr val="dk2"/>
                </a:solidFill>
              </a:defRPr>
            </a:lvl6pPr>
            <a:lvl7pPr marL="3200400" indent="-310515" algn="l">
              <a:lnSpc>
                <a:spcPct val="100000"/>
              </a:lnSpc>
              <a:spcBef>
                <a:spcPts val="600"/>
              </a:spcBef>
              <a:spcAft>
                <a:spcPts val="0"/>
              </a:spcAft>
              <a:buSzPts val="1288"/>
              <a:buChar char="◼"/>
              <a:defRPr sz="1400">
                <a:solidFill>
                  <a:schemeClr val="dk2"/>
                </a:solidFill>
              </a:defRPr>
            </a:lvl7pPr>
            <a:lvl8pPr marL="3657600" indent="-310515" algn="l">
              <a:lnSpc>
                <a:spcPct val="100000"/>
              </a:lnSpc>
              <a:spcBef>
                <a:spcPts val="600"/>
              </a:spcBef>
              <a:spcAft>
                <a:spcPts val="0"/>
              </a:spcAft>
              <a:buSzPts val="1288"/>
              <a:buChar char="◼"/>
              <a:defRPr sz="1400">
                <a:solidFill>
                  <a:schemeClr val="dk2"/>
                </a:solidFill>
              </a:defRPr>
            </a:lvl8pPr>
            <a:lvl9pPr marL="4114800" indent="-310515" algn="l">
              <a:lnSpc>
                <a:spcPct val="100000"/>
              </a:lnSpc>
              <a:spcBef>
                <a:spcPts val="600"/>
              </a:spcBef>
              <a:spcAft>
                <a:spcPts val="600"/>
              </a:spcAft>
              <a:buSzPts val="1288"/>
              <a:buChar char="◼"/>
              <a:defRPr sz="1400">
                <a:solidFill>
                  <a:schemeClr val="dk2"/>
                </a:solidFill>
              </a:defRPr>
            </a:lvl9pPr>
          </a:lstStyle>
          <a:p/>
        </p:txBody>
      </p:sp>
      <p:sp>
        <p:nvSpPr>
          <p:cNvPr id="71" name="Google Shape;71;p9"/>
          <p:cNvSpPr>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ormAutofit/>
          </a:bodyPr>
          <a:lstStyle>
            <a:lvl1pPr marL="457200" indent="-228600" algn="r">
              <a:lnSpc>
                <a:spcPct val="100000"/>
              </a:lnSpc>
              <a:spcBef>
                <a:spcPts val="220"/>
              </a:spcBef>
              <a:spcAft>
                <a:spcPts val="0"/>
              </a:spcAft>
              <a:buSzPts val="1012"/>
              <a:buNone/>
              <a:defRPr sz="1100">
                <a:solidFill>
                  <a:schemeClr val="lt1"/>
                </a:solidFill>
              </a:defRPr>
            </a:lvl1pPr>
            <a:lvl2pPr marL="914400" indent="-228600" algn="l">
              <a:lnSpc>
                <a:spcPct val="100000"/>
              </a:lnSpc>
              <a:spcBef>
                <a:spcPts val="600"/>
              </a:spcBef>
              <a:spcAft>
                <a:spcPts val="0"/>
              </a:spcAft>
              <a:buSzPts val="1012"/>
              <a:buNone/>
              <a:defRPr sz="1100"/>
            </a:lvl2pPr>
            <a:lvl3pPr marL="1371600" indent="-228600" algn="l">
              <a:lnSpc>
                <a:spcPct val="100000"/>
              </a:lnSpc>
              <a:spcBef>
                <a:spcPts val="600"/>
              </a:spcBef>
              <a:spcAft>
                <a:spcPts val="0"/>
              </a:spcAft>
              <a:buSzPts val="920"/>
              <a:buNone/>
              <a:defRPr sz="1000"/>
            </a:lvl3pPr>
            <a:lvl4pPr marL="1828800" indent="-228600" algn="l">
              <a:lnSpc>
                <a:spcPct val="100000"/>
              </a:lnSpc>
              <a:spcBef>
                <a:spcPts val="600"/>
              </a:spcBef>
              <a:spcAft>
                <a:spcPts val="0"/>
              </a:spcAft>
              <a:buSzPts val="828"/>
              <a:buNone/>
              <a:defRPr sz="900"/>
            </a:lvl4pPr>
            <a:lvl5pPr marL="2286000" indent="-228600" algn="l">
              <a:lnSpc>
                <a:spcPct val="100000"/>
              </a:lnSpc>
              <a:spcBef>
                <a:spcPts val="600"/>
              </a:spcBef>
              <a:spcAft>
                <a:spcPts val="0"/>
              </a:spcAft>
              <a:buSzPts val="828"/>
              <a:buNone/>
              <a:defRPr sz="900"/>
            </a:lvl5pPr>
            <a:lvl6pPr marL="2743200" indent="-228600" algn="l">
              <a:lnSpc>
                <a:spcPct val="100000"/>
              </a:lnSpc>
              <a:spcBef>
                <a:spcPts val="600"/>
              </a:spcBef>
              <a:spcAft>
                <a:spcPts val="0"/>
              </a:spcAft>
              <a:buSzPts val="828"/>
              <a:buNone/>
              <a:defRPr sz="900"/>
            </a:lvl6pPr>
            <a:lvl7pPr marL="3200400" indent="-228600" algn="l">
              <a:lnSpc>
                <a:spcPct val="100000"/>
              </a:lnSpc>
              <a:spcBef>
                <a:spcPts val="600"/>
              </a:spcBef>
              <a:spcAft>
                <a:spcPts val="0"/>
              </a:spcAft>
              <a:buSzPts val="828"/>
              <a:buNone/>
              <a:defRPr sz="900"/>
            </a:lvl7pPr>
            <a:lvl8pPr marL="3657600" indent="-228600" algn="l">
              <a:lnSpc>
                <a:spcPct val="100000"/>
              </a:lnSpc>
              <a:spcBef>
                <a:spcPts val="600"/>
              </a:spcBef>
              <a:spcAft>
                <a:spcPts val="0"/>
              </a:spcAft>
              <a:buSzPts val="828"/>
              <a:buNone/>
              <a:defRPr sz="900"/>
            </a:lvl8pPr>
            <a:lvl9pPr marL="4114800" indent="-228600" algn="l">
              <a:lnSpc>
                <a:spcPct val="100000"/>
              </a:lnSpc>
              <a:spcBef>
                <a:spcPts val="600"/>
              </a:spcBef>
              <a:spcAft>
                <a:spcPts val="600"/>
              </a:spcAft>
              <a:buSzPts val="828"/>
              <a:buNone/>
              <a:defRPr sz="900"/>
            </a:lvl9pPr>
          </a:lstStyle>
          <a:p/>
        </p:txBody>
      </p:sp>
      <p:sp>
        <p:nvSpPr>
          <p:cNvPr id="72" name="Google Shape;72;p9"/>
          <p:cNvSpPr>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solidFill>
                  <a:srgbClr val="3F3F3F"/>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73" name="Google Shape;73;p9"/>
          <p:cNvSpPr>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solidFill>
                  <a:srgbClr val="3F3F3F"/>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74" name="Google Shape;74;p9"/>
          <p:cNvSpPr>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1pPr>
            <a:lvl2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2pPr>
            <a:lvl3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3pPr>
            <a:lvl4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4pPr>
            <a:lvl5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5pPr>
            <a:lvl6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6pPr>
            <a:lvl7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7pPr>
            <a:lvl8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8pPr>
            <a:lvl9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
        <p:cNvGrpSpPr/>
        <p:nvPr/>
      </p:nvGrpSpPr>
      <p:grpSpPr/>
      <p:sp>
        <p:nvSpPr>
          <p:cNvPr id="76" name="Google Shape;76;p10"/>
          <p:cNvSpPr>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ormAutofit/>
          </a:bodyPr>
          <a:lstStyle>
            <a:lvl1pPr algn="l">
              <a:lnSpc>
                <a:spcPct val="100000"/>
              </a:lnSpc>
              <a:spcBef>
                <a:spcPts val="0"/>
              </a:spcBef>
              <a:spcAft>
                <a:spcPts val="0"/>
              </a:spcAft>
              <a:buClr>
                <a:schemeClr val="accent1"/>
              </a:buClr>
              <a:buSzPts val="2400"/>
              <a:buFont typeface="Montserrat Medium"/>
              <a:buNone/>
              <a:defRPr sz="2400" b="0">
                <a:solidFill>
                  <a:schemeClr val="accent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77" name="Google Shape;77;p10"/>
          <p:cNvSpPr>
            <a:spLocks noGrp="1"/>
          </p:cNvSpPr>
          <p:nvPr>
            <p:ph type="pic" idx="2"/>
          </p:nvPr>
        </p:nvSpPr>
        <p:spPr>
          <a:xfrm>
            <a:off x="447817" y="599725"/>
            <a:ext cx="11290859" cy="3557252"/>
          </a:xfrm>
          <a:prstGeom prst="rect">
            <a:avLst/>
          </a:prstGeom>
          <a:noFill/>
          <a:ln>
            <a:noFill/>
          </a:ln>
        </p:spPr>
        <p:txBody>
          <a:bodyPr spcFirstLastPara="1" wrap="square" lIns="91425" tIns="45700" rIns="91425" bIns="45700" anchor="t">
            <a:noAutofit/>
          </a:bodyPr>
          <a:lstStyle>
            <a:lvl1pPr marR="0" algn="ctr">
              <a:lnSpc>
                <a:spcPct val="100000"/>
              </a:lnSpc>
              <a:spcBef>
                <a:spcPts val="320"/>
              </a:spcBef>
              <a:spcAft>
                <a:spcPts val="0"/>
              </a:spcAft>
              <a:buClr>
                <a:schemeClr val="accent2"/>
              </a:buClr>
              <a:buSzPts val="1472"/>
              <a:buFont typeface="Noto Sans Symbols"/>
              <a:buNone/>
              <a:defRPr sz="1600" b="0" i="0" u="none" strike="noStrike" cap="none">
                <a:solidFill>
                  <a:schemeClr val="dk2"/>
                </a:solidFill>
                <a:latin typeface="Montserrat Medium"/>
                <a:ea typeface="Montserrat Medium"/>
                <a:cs typeface="Montserrat Medium"/>
              </a:defRPr>
            </a:lvl1pPr>
            <a:lvl2pPr marR="0" algn="l">
              <a:lnSpc>
                <a:spcPct val="100000"/>
              </a:lnSpc>
              <a:spcBef>
                <a:spcPts val="600"/>
              </a:spcBef>
              <a:spcAft>
                <a:spcPts val="0"/>
              </a:spcAft>
              <a:buClr>
                <a:schemeClr val="accent2"/>
              </a:buClr>
              <a:buSzPts val="1472"/>
              <a:buFont typeface="Noto Sans Symbols"/>
              <a:buNone/>
              <a:defRPr sz="1600" b="0" i="0" u="none" strike="noStrike" cap="none">
                <a:solidFill>
                  <a:schemeClr val="dk2"/>
                </a:solidFill>
                <a:latin typeface="Montserrat Medium"/>
                <a:ea typeface="Montserrat Medium"/>
                <a:cs typeface="Montserrat Medium"/>
              </a:defRPr>
            </a:lvl2pPr>
            <a:lvl3pPr marR="0" algn="l">
              <a:lnSpc>
                <a:spcPct val="100000"/>
              </a:lnSpc>
              <a:spcBef>
                <a:spcPts val="600"/>
              </a:spcBef>
              <a:spcAft>
                <a:spcPts val="0"/>
              </a:spcAft>
              <a:buClr>
                <a:schemeClr val="accent2"/>
              </a:buClr>
              <a:buSzPts val="1472"/>
              <a:buFont typeface="Noto Sans Symbols"/>
              <a:buNone/>
              <a:defRPr sz="1600" b="0" i="0" u="none" strike="noStrike" cap="none">
                <a:solidFill>
                  <a:schemeClr val="dk2"/>
                </a:solidFill>
                <a:latin typeface="Montserrat Medium"/>
                <a:ea typeface="Montserrat Medium"/>
                <a:cs typeface="Montserrat Medium"/>
              </a:defRPr>
            </a:lvl3pPr>
            <a:lvl4pPr marR="0" algn="l">
              <a:lnSpc>
                <a:spcPct val="100000"/>
              </a:lnSpc>
              <a:spcBef>
                <a:spcPts val="600"/>
              </a:spcBef>
              <a:spcAft>
                <a:spcPts val="0"/>
              </a:spcAft>
              <a:buClr>
                <a:schemeClr val="accent2"/>
              </a:buClr>
              <a:buSzPts val="1472"/>
              <a:buFont typeface="Noto Sans Symbols"/>
              <a:buNone/>
              <a:defRPr sz="1600" b="0" i="0" u="none" strike="noStrike" cap="none">
                <a:solidFill>
                  <a:schemeClr val="dk2"/>
                </a:solidFill>
                <a:latin typeface="Montserrat Medium"/>
                <a:ea typeface="Montserrat Medium"/>
                <a:cs typeface="Montserrat Medium"/>
              </a:defRPr>
            </a:lvl4pPr>
            <a:lvl5pPr marR="0" algn="l">
              <a:lnSpc>
                <a:spcPct val="100000"/>
              </a:lnSpc>
              <a:spcBef>
                <a:spcPts val="600"/>
              </a:spcBef>
              <a:spcAft>
                <a:spcPts val="0"/>
              </a:spcAft>
              <a:buClr>
                <a:schemeClr val="accent2"/>
              </a:buClr>
              <a:buSzPts val="1472"/>
              <a:buFont typeface="Noto Sans Symbols"/>
              <a:buNone/>
              <a:defRPr sz="1600" b="0" i="0" u="none" strike="noStrike" cap="none">
                <a:solidFill>
                  <a:schemeClr val="dk2"/>
                </a:solidFill>
                <a:latin typeface="Montserrat Medium"/>
                <a:ea typeface="Montserrat Medium"/>
                <a:cs typeface="Montserrat Medium"/>
              </a:defRPr>
            </a:lvl5pPr>
            <a:lvl6pPr marR="0" algn="l">
              <a:lnSpc>
                <a:spcPct val="100000"/>
              </a:lnSpc>
              <a:spcBef>
                <a:spcPts val="600"/>
              </a:spcBef>
              <a:spcAft>
                <a:spcPts val="0"/>
              </a:spcAft>
              <a:buClr>
                <a:schemeClr val="accent2"/>
              </a:buClr>
              <a:buSzPts val="1472"/>
              <a:buFont typeface="Noto Sans Symbols"/>
              <a:buNone/>
              <a:defRPr sz="1600" b="0" i="0" u="none" strike="noStrike" cap="none">
                <a:solidFill>
                  <a:schemeClr val="dk2"/>
                </a:solidFill>
                <a:latin typeface="Gill Sans" panose="020B0502020104020203"/>
                <a:ea typeface="Gill Sans" panose="020B0502020104020203"/>
                <a:cs typeface="Gill Sans" panose="020B0502020104020203"/>
              </a:defRPr>
            </a:lvl6pPr>
            <a:lvl7pPr marR="0" algn="l">
              <a:lnSpc>
                <a:spcPct val="100000"/>
              </a:lnSpc>
              <a:spcBef>
                <a:spcPts val="600"/>
              </a:spcBef>
              <a:spcAft>
                <a:spcPts val="0"/>
              </a:spcAft>
              <a:buClr>
                <a:schemeClr val="accent2"/>
              </a:buClr>
              <a:buSzPts val="1472"/>
              <a:buFont typeface="Noto Sans Symbols"/>
              <a:buNone/>
              <a:defRPr sz="1600" b="0" i="0" u="none" strike="noStrike" cap="none">
                <a:solidFill>
                  <a:schemeClr val="dk2"/>
                </a:solidFill>
                <a:latin typeface="Gill Sans" panose="020B0502020104020203"/>
                <a:ea typeface="Gill Sans" panose="020B0502020104020203"/>
                <a:cs typeface="Gill Sans" panose="020B0502020104020203"/>
              </a:defRPr>
            </a:lvl7pPr>
            <a:lvl8pPr marR="0" algn="l">
              <a:lnSpc>
                <a:spcPct val="100000"/>
              </a:lnSpc>
              <a:spcBef>
                <a:spcPts val="600"/>
              </a:spcBef>
              <a:spcAft>
                <a:spcPts val="0"/>
              </a:spcAft>
              <a:buClr>
                <a:schemeClr val="accent2"/>
              </a:buClr>
              <a:buSzPts val="1472"/>
              <a:buFont typeface="Noto Sans Symbols"/>
              <a:buNone/>
              <a:defRPr sz="1600" b="0" i="0" u="none" strike="noStrike" cap="none">
                <a:solidFill>
                  <a:schemeClr val="dk2"/>
                </a:solidFill>
                <a:latin typeface="Gill Sans" panose="020B0502020104020203"/>
                <a:ea typeface="Gill Sans" panose="020B0502020104020203"/>
                <a:cs typeface="Gill Sans" panose="020B0502020104020203"/>
              </a:defRPr>
            </a:lvl8pPr>
            <a:lvl9pPr marR="0" algn="l">
              <a:lnSpc>
                <a:spcPct val="100000"/>
              </a:lnSpc>
              <a:spcBef>
                <a:spcPts val="600"/>
              </a:spcBef>
              <a:spcAft>
                <a:spcPts val="600"/>
              </a:spcAft>
              <a:buClr>
                <a:schemeClr val="accent2"/>
              </a:buClr>
              <a:buSzPts val="1472"/>
              <a:buFont typeface="Noto Sans Symbols"/>
              <a:buNone/>
              <a:defRPr sz="1600" b="0" i="0" u="none" strike="noStrike" cap="none">
                <a:solidFill>
                  <a:schemeClr val="dk2"/>
                </a:solidFill>
                <a:latin typeface="Gill Sans" panose="020B0502020104020203"/>
                <a:ea typeface="Gill Sans" panose="020B0502020104020203"/>
                <a:cs typeface="Gill Sans" panose="020B0502020104020203"/>
              </a:defRPr>
            </a:lvl9pPr>
          </a:lstStyle>
          <a:p/>
        </p:txBody>
      </p:sp>
      <p:sp>
        <p:nvSpPr>
          <p:cNvPr id="78" name="Google Shape;78;p10"/>
          <p:cNvSpPr>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ormAutofit/>
          </a:bodyPr>
          <a:lstStyle>
            <a:lvl1pPr marL="457200" indent="-228600" algn="l">
              <a:lnSpc>
                <a:spcPct val="100000"/>
              </a:lnSpc>
              <a:spcBef>
                <a:spcPts val="240"/>
              </a:spcBef>
              <a:spcAft>
                <a:spcPts val="0"/>
              </a:spcAft>
              <a:buSzPts val="1104"/>
              <a:buNone/>
              <a:defRPr sz="1200"/>
            </a:lvl1pPr>
            <a:lvl2pPr marL="914400" indent="-228600" algn="l">
              <a:lnSpc>
                <a:spcPct val="100000"/>
              </a:lnSpc>
              <a:spcBef>
                <a:spcPts val="600"/>
              </a:spcBef>
              <a:spcAft>
                <a:spcPts val="0"/>
              </a:spcAft>
              <a:buSzPts val="1104"/>
              <a:buNone/>
              <a:defRPr sz="1200"/>
            </a:lvl2pPr>
            <a:lvl3pPr marL="1371600" indent="-228600" algn="l">
              <a:lnSpc>
                <a:spcPct val="100000"/>
              </a:lnSpc>
              <a:spcBef>
                <a:spcPts val="600"/>
              </a:spcBef>
              <a:spcAft>
                <a:spcPts val="0"/>
              </a:spcAft>
              <a:buSzPts val="920"/>
              <a:buNone/>
              <a:defRPr sz="1000"/>
            </a:lvl3pPr>
            <a:lvl4pPr marL="1828800" indent="-228600" algn="l">
              <a:lnSpc>
                <a:spcPct val="100000"/>
              </a:lnSpc>
              <a:spcBef>
                <a:spcPts val="600"/>
              </a:spcBef>
              <a:spcAft>
                <a:spcPts val="0"/>
              </a:spcAft>
              <a:buSzPts val="828"/>
              <a:buNone/>
              <a:defRPr sz="900"/>
            </a:lvl4pPr>
            <a:lvl5pPr marL="2286000" indent="-228600" algn="l">
              <a:lnSpc>
                <a:spcPct val="100000"/>
              </a:lnSpc>
              <a:spcBef>
                <a:spcPts val="600"/>
              </a:spcBef>
              <a:spcAft>
                <a:spcPts val="0"/>
              </a:spcAft>
              <a:buSzPts val="828"/>
              <a:buNone/>
              <a:defRPr sz="900"/>
            </a:lvl5pPr>
            <a:lvl6pPr marL="2743200" indent="-228600" algn="l">
              <a:lnSpc>
                <a:spcPct val="100000"/>
              </a:lnSpc>
              <a:spcBef>
                <a:spcPts val="600"/>
              </a:spcBef>
              <a:spcAft>
                <a:spcPts val="0"/>
              </a:spcAft>
              <a:buSzPts val="828"/>
              <a:buNone/>
              <a:defRPr sz="900"/>
            </a:lvl6pPr>
            <a:lvl7pPr marL="3200400" indent="-228600" algn="l">
              <a:lnSpc>
                <a:spcPct val="100000"/>
              </a:lnSpc>
              <a:spcBef>
                <a:spcPts val="600"/>
              </a:spcBef>
              <a:spcAft>
                <a:spcPts val="0"/>
              </a:spcAft>
              <a:buSzPts val="828"/>
              <a:buNone/>
              <a:defRPr sz="900"/>
            </a:lvl7pPr>
            <a:lvl8pPr marL="3657600" indent="-228600" algn="l">
              <a:lnSpc>
                <a:spcPct val="100000"/>
              </a:lnSpc>
              <a:spcBef>
                <a:spcPts val="600"/>
              </a:spcBef>
              <a:spcAft>
                <a:spcPts val="0"/>
              </a:spcAft>
              <a:buSzPts val="828"/>
              <a:buNone/>
              <a:defRPr sz="900"/>
            </a:lvl8pPr>
            <a:lvl9pPr marL="4114800" indent="-228600" algn="l">
              <a:lnSpc>
                <a:spcPct val="100000"/>
              </a:lnSpc>
              <a:spcBef>
                <a:spcPts val="600"/>
              </a:spcBef>
              <a:spcAft>
                <a:spcPts val="600"/>
              </a:spcAft>
              <a:buSzPts val="828"/>
              <a:buNone/>
              <a:defRPr sz="900"/>
            </a:lvl9pPr>
          </a:lstStyle>
          <a:p/>
        </p:txBody>
      </p:sp>
      <p:sp>
        <p:nvSpPr>
          <p:cNvPr id="79" name="Google Shape;79;p10"/>
          <p:cNvSpPr>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80" name="Google Shape;80;p10"/>
          <p:cNvSpPr>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81" name="Google Shape;81;p10"/>
          <p:cNvSpPr>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1pPr>
            <a:lvl2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2pPr>
            <a:lvl3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3pPr>
            <a:lvl4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4pPr>
            <a:lvl5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5pPr>
            <a:lvl6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6pPr>
            <a:lvl7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7pPr>
            <a:lvl8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8pPr>
            <a:lvl9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
        <p:cNvGrpSpPr/>
        <p:nvPr/>
      </p:nvGrpSpPr>
      <p:grpSpPr/>
      <p:sp>
        <p:nvSpPr>
          <p:cNvPr id="83" name="Google Shape;83;p11"/>
          <p:cNvSpPr>
            <a:spLocks noGrp="1"/>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endParaRPr>
          </a:p>
        </p:txBody>
      </p:sp>
      <p:sp>
        <p:nvSpPr>
          <p:cNvPr id="84" name="Google Shape;84;p11"/>
          <p:cNvSpPr>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ormAutofit/>
          </a:bodyPr>
          <a:lstStyle>
            <a:lvl1pPr algn="l">
              <a:lnSpc>
                <a:spcPct val="100000"/>
              </a:lnSpc>
              <a:spcBef>
                <a:spcPts val="0"/>
              </a:spcBef>
              <a:spcAft>
                <a:spcPts val="0"/>
              </a:spcAft>
              <a:buClr>
                <a:schemeClr val="lt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85" name="Google Shape;85;p11"/>
          <p:cNvSpPr>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ormAutofit/>
          </a:bodyPr>
          <a:lstStyle>
            <a:lvl1pPr marL="457200" indent="-334010" algn="l">
              <a:lnSpc>
                <a:spcPct val="100000"/>
              </a:lnSpc>
              <a:spcBef>
                <a:spcPts val="360"/>
              </a:spcBef>
              <a:spcAft>
                <a:spcPts val="0"/>
              </a:spcAft>
              <a:buSzPts val="1656"/>
              <a:buChar char="◼"/>
              <a:defRPr/>
            </a:lvl1pPr>
            <a:lvl2pPr marL="914400" indent="-321945" algn="l">
              <a:lnSpc>
                <a:spcPct val="100000"/>
              </a:lnSpc>
              <a:spcBef>
                <a:spcPts val="600"/>
              </a:spcBef>
              <a:spcAft>
                <a:spcPts val="0"/>
              </a:spcAft>
              <a:buSzPts val="1472"/>
              <a:buChar char="◼"/>
              <a:defRPr/>
            </a:lvl2pPr>
            <a:lvl3pPr marL="1371600" indent="-310515" algn="l">
              <a:lnSpc>
                <a:spcPct val="100000"/>
              </a:lnSpc>
              <a:spcBef>
                <a:spcPts val="600"/>
              </a:spcBef>
              <a:spcAft>
                <a:spcPts val="0"/>
              </a:spcAft>
              <a:buSzPts val="1288"/>
              <a:buChar char="◼"/>
              <a:defRPr/>
            </a:lvl3pPr>
            <a:lvl4pPr marL="1828800" indent="-298450" algn="l">
              <a:lnSpc>
                <a:spcPct val="100000"/>
              </a:lnSpc>
              <a:spcBef>
                <a:spcPts val="600"/>
              </a:spcBef>
              <a:spcAft>
                <a:spcPts val="0"/>
              </a:spcAft>
              <a:buSzPts val="1104"/>
              <a:buChar char="◼"/>
              <a:defRPr/>
            </a:lvl4pPr>
            <a:lvl5pPr marL="2286000" indent="-298450" algn="l">
              <a:lnSpc>
                <a:spcPct val="100000"/>
              </a:lnSpc>
              <a:spcBef>
                <a:spcPts val="600"/>
              </a:spcBef>
              <a:spcAft>
                <a:spcPts val="0"/>
              </a:spcAft>
              <a:buSzPts val="1104"/>
              <a:buChar char="◼"/>
              <a:defRPr/>
            </a:lvl5pPr>
            <a:lvl6pPr marL="2743200" indent="-334010" algn="l">
              <a:lnSpc>
                <a:spcPct val="100000"/>
              </a:lnSpc>
              <a:spcBef>
                <a:spcPts val="600"/>
              </a:spcBef>
              <a:spcAft>
                <a:spcPts val="0"/>
              </a:spcAft>
              <a:buSzPts val="1656"/>
              <a:buChar char="◼"/>
              <a:defRPr/>
            </a:lvl6pPr>
            <a:lvl7pPr marL="3200400" indent="-334010" algn="l">
              <a:lnSpc>
                <a:spcPct val="100000"/>
              </a:lnSpc>
              <a:spcBef>
                <a:spcPts val="600"/>
              </a:spcBef>
              <a:spcAft>
                <a:spcPts val="0"/>
              </a:spcAft>
              <a:buSzPts val="1656"/>
              <a:buChar char="◼"/>
              <a:defRPr/>
            </a:lvl7pPr>
            <a:lvl8pPr marL="3657600" indent="-334010" algn="l">
              <a:lnSpc>
                <a:spcPct val="100000"/>
              </a:lnSpc>
              <a:spcBef>
                <a:spcPts val="600"/>
              </a:spcBef>
              <a:spcAft>
                <a:spcPts val="0"/>
              </a:spcAft>
              <a:buSzPts val="1656"/>
              <a:buChar char="◼"/>
              <a:defRPr/>
            </a:lvl8pPr>
            <a:lvl9pPr marL="4114800" indent="-334010" algn="l">
              <a:lnSpc>
                <a:spcPct val="100000"/>
              </a:lnSpc>
              <a:spcBef>
                <a:spcPts val="600"/>
              </a:spcBef>
              <a:spcAft>
                <a:spcPts val="600"/>
              </a:spcAft>
              <a:buSzPts val="1656"/>
              <a:buChar char="◼"/>
              <a:defRPr/>
            </a:lvl9pPr>
          </a:lstStyle>
          <a:p/>
        </p:txBody>
      </p:sp>
      <p:sp>
        <p:nvSpPr>
          <p:cNvPr id="86" name="Google Shape;86;p11"/>
          <p:cNvSpPr>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87" name="Google Shape;87;p11"/>
          <p:cNvSpPr>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88" name="Google Shape;88;p11"/>
          <p:cNvSpPr>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1pPr>
            <a:lvl2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2pPr>
            <a:lvl3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3pPr>
            <a:lvl4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4pPr>
            <a:lvl5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5pPr>
            <a:lvl6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6pPr>
            <a:lvl7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7pPr>
            <a:lvl8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8pPr>
            <a:lvl9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
        <p:cNvGrpSpPr/>
        <p:nvPr/>
      </p:nvGrpSpPr>
      <p:grpSpPr/>
      <p:sp>
        <p:nvSpPr>
          <p:cNvPr id="90" name="Google Shape;90;p12"/>
          <p:cNvSpPr>
            <a:spLocks noGrp="1"/>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endParaRPr>
          </a:p>
        </p:txBody>
      </p:sp>
      <p:sp>
        <p:nvSpPr>
          <p:cNvPr id="91" name="Google Shape;91;p12"/>
          <p:cNvSpPr>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ormAutofit/>
          </a:bodyPr>
          <a:lstStyle>
            <a:lvl1pPr algn="l">
              <a:lnSpc>
                <a:spcPct val="100000"/>
              </a:lnSpc>
              <a:spcBef>
                <a:spcPts val="0"/>
              </a:spcBef>
              <a:spcAft>
                <a:spcPts val="0"/>
              </a:spcAft>
              <a:buClr>
                <a:schemeClr val="lt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92" name="Google Shape;92;p12"/>
          <p:cNvSpPr>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ormAutofit/>
          </a:bodyPr>
          <a:lstStyle>
            <a:lvl1pPr marL="457200" indent="-334010" algn="l">
              <a:lnSpc>
                <a:spcPct val="100000"/>
              </a:lnSpc>
              <a:spcBef>
                <a:spcPts val="360"/>
              </a:spcBef>
              <a:spcAft>
                <a:spcPts val="0"/>
              </a:spcAft>
              <a:buSzPts val="1656"/>
              <a:buChar char="◼"/>
              <a:defRPr/>
            </a:lvl1pPr>
            <a:lvl2pPr marL="914400" indent="-334010" algn="l">
              <a:lnSpc>
                <a:spcPct val="100000"/>
              </a:lnSpc>
              <a:spcBef>
                <a:spcPts val="600"/>
              </a:spcBef>
              <a:spcAft>
                <a:spcPts val="0"/>
              </a:spcAft>
              <a:buSzPts val="1656"/>
              <a:buChar char="◼"/>
              <a:defRPr/>
            </a:lvl2pPr>
            <a:lvl3pPr marL="1371600" indent="-334010" algn="l">
              <a:lnSpc>
                <a:spcPct val="100000"/>
              </a:lnSpc>
              <a:spcBef>
                <a:spcPts val="600"/>
              </a:spcBef>
              <a:spcAft>
                <a:spcPts val="0"/>
              </a:spcAft>
              <a:buSzPts val="1656"/>
              <a:buChar char="◼"/>
              <a:defRPr/>
            </a:lvl3pPr>
            <a:lvl4pPr marL="1828800" indent="-334010" algn="l">
              <a:lnSpc>
                <a:spcPct val="100000"/>
              </a:lnSpc>
              <a:spcBef>
                <a:spcPts val="600"/>
              </a:spcBef>
              <a:spcAft>
                <a:spcPts val="0"/>
              </a:spcAft>
              <a:buSzPts val="1656"/>
              <a:buChar char="◼"/>
              <a:defRPr/>
            </a:lvl4pPr>
            <a:lvl5pPr marL="2286000" indent="-334010" algn="l">
              <a:lnSpc>
                <a:spcPct val="100000"/>
              </a:lnSpc>
              <a:spcBef>
                <a:spcPts val="600"/>
              </a:spcBef>
              <a:spcAft>
                <a:spcPts val="0"/>
              </a:spcAft>
              <a:buSzPts val="1656"/>
              <a:buChar char="◼"/>
              <a:defRPr/>
            </a:lvl5pPr>
            <a:lvl6pPr marL="2743200" indent="-334010" algn="l">
              <a:lnSpc>
                <a:spcPct val="100000"/>
              </a:lnSpc>
              <a:spcBef>
                <a:spcPts val="600"/>
              </a:spcBef>
              <a:spcAft>
                <a:spcPts val="0"/>
              </a:spcAft>
              <a:buSzPts val="1656"/>
              <a:buChar char="◼"/>
              <a:defRPr/>
            </a:lvl6pPr>
            <a:lvl7pPr marL="3200400" indent="-334010" algn="l">
              <a:lnSpc>
                <a:spcPct val="100000"/>
              </a:lnSpc>
              <a:spcBef>
                <a:spcPts val="600"/>
              </a:spcBef>
              <a:spcAft>
                <a:spcPts val="0"/>
              </a:spcAft>
              <a:buSzPts val="1656"/>
              <a:buChar char="◼"/>
              <a:defRPr/>
            </a:lvl7pPr>
            <a:lvl8pPr marL="3657600" indent="-334010" algn="l">
              <a:lnSpc>
                <a:spcPct val="100000"/>
              </a:lnSpc>
              <a:spcBef>
                <a:spcPts val="600"/>
              </a:spcBef>
              <a:spcAft>
                <a:spcPts val="0"/>
              </a:spcAft>
              <a:buSzPts val="1656"/>
              <a:buChar char="◼"/>
              <a:defRPr/>
            </a:lvl8pPr>
            <a:lvl9pPr marL="4114800" indent="-334010" algn="l">
              <a:lnSpc>
                <a:spcPct val="100000"/>
              </a:lnSpc>
              <a:spcBef>
                <a:spcPts val="600"/>
              </a:spcBef>
              <a:spcAft>
                <a:spcPts val="600"/>
              </a:spcAft>
              <a:buSzPts val="1656"/>
              <a:buChar char="◼"/>
              <a:defRPr/>
            </a:lvl9pPr>
          </a:lstStyle>
          <a:p/>
        </p:txBody>
      </p:sp>
      <p:sp>
        <p:nvSpPr>
          <p:cNvPr id="93" name="Google Shape;93;p12"/>
          <p:cNvSpPr>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solidFill>
                  <a:srgbClr val="3F3F3F"/>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94" name="Google Shape;94;p12"/>
          <p:cNvSpPr>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p:txBody>
      </p:sp>
      <p:sp>
        <p:nvSpPr>
          <p:cNvPr id="95" name="Google Shape;95;p12"/>
          <p:cNvSpPr>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1pPr>
            <a:lvl2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2pPr>
            <a:lvl3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3pPr>
            <a:lvl4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4pPr>
            <a:lvl5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5pPr>
            <a:lvl6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6pPr>
            <a:lvl7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7pPr>
            <a:lvl8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8pPr>
            <a:lvl9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3F3F3F"/>
                </a:solidFill>
                <a:latin typeface="Montserrat Medium"/>
                <a:ea typeface="Montserrat Medium"/>
                <a:cs typeface="Montserrat Medium"/>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p:sp>
        <p:nvSpPr>
          <p:cNvPr id="10" name="Google Shape;10;p1"/>
          <p:cNvSpPr>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ormAutofit/>
          </a:bodyPr>
          <a:lstStyle>
            <a:lvl1pPr marR="0" algn="l">
              <a:lnSpc>
                <a:spcPct val="100000"/>
              </a:lnSpc>
              <a:spcBef>
                <a:spcPts val="0"/>
              </a:spcBef>
              <a:spcAft>
                <a:spcPts val="0"/>
              </a:spcAft>
              <a:buClr>
                <a:schemeClr val="lt1"/>
              </a:buClr>
              <a:buSzPts val="2800"/>
              <a:buFont typeface="Montserrat Medium"/>
              <a:buNone/>
              <a:defRPr sz="2800" b="0" i="0" u="none" strike="noStrike" cap="none">
                <a:solidFill>
                  <a:schemeClr val="lt1"/>
                </a:solidFill>
                <a:latin typeface="Montserrat Medium"/>
                <a:ea typeface="Montserrat Medium"/>
                <a:cs typeface="Montserrat Medium"/>
              </a:defRPr>
            </a:lvl1pPr>
            <a:lvl2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2"/>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2"/>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2"/>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2"/>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2"/>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2"/>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2"/>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2"/>
                </a:solidFill>
                <a:latin typeface="Arial" panose="020B0604020202020204"/>
                <a:ea typeface="Arial" panose="020B0604020202020204"/>
                <a:cs typeface="Arial" panose="020B0604020202020204"/>
              </a:defRPr>
            </a:lvl9pPr>
          </a:lstStyle>
          <a:p/>
        </p:txBody>
      </p:sp>
      <p:sp>
        <p:nvSpPr>
          <p:cNvPr id="11" name="Google Shape;11;p1"/>
          <p:cNvSpPr>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ormAutofit/>
          </a:bodyPr>
          <a:lstStyle>
            <a:lvl1pPr marL="457200" marR="0" indent="-334010" algn="l">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Montserrat Medium"/>
                <a:ea typeface="Montserrat Medium"/>
                <a:cs typeface="Montserrat Medium"/>
              </a:defRPr>
            </a:lvl1pPr>
            <a:lvl2pPr marL="914400" marR="0" indent="-321945" algn="l">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Montserrat Medium"/>
                <a:ea typeface="Montserrat Medium"/>
                <a:cs typeface="Montserrat Medium"/>
              </a:defRPr>
            </a:lvl2pPr>
            <a:lvl3pPr marL="1371600" marR="0" indent="-310515" algn="l">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Montserrat Medium"/>
                <a:ea typeface="Montserrat Medium"/>
                <a:cs typeface="Montserrat Medium"/>
              </a:defRPr>
            </a:lvl3pPr>
            <a:lvl4pPr marL="1828800" marR="0" indent="-298450" algn="l">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Montserrat Medium"/>
                <a:ea typeface="Montserrat Medium"/>
                <a:cs typeface="Montserrat Medium"/>
              </a:defRPr>
            </a:lvl4pPr>
            <a:lvl5pPr marL="2286000" marR="0" indent="-298450" algn="l">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Montserrat Medium"/>
                <a:ea typeface="Montserrat Medium"/>
                <a:cs typeface="Montserrat Medium"/>
              </a:defRPr>
            </a:lvl5pPr>
            <a:lvl6pPr marL="2743200" marR="0" indent="-298450" algn="l">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panose="020B0502020104020203"/>
                <a:ea typeface="Gill Sans" panose="020B0502020104020203"/>
                <a:cs typeface="Gill Sans" panose="020B0502020104020203"/>
              </a:defRPr>
            </a:lvl6pPr>
            <a:lvl7pPr marL="3200400" marR="0" indent="-298450" algn="l">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panose="020B0502020104020203"/>
                <a:ea typeface="Gill Sans" panose="020B0502020104020203"/>
                <a:cs typeface="Gill Sans" panose="020B0502020104020203"/>
              </a:defRPr>
            </a:lvl7pPr>
            <a:lvl8pPr marL="3657600" marR="0" indent="-298450" algn="l">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panose="020B0502020104020203"/>
                <a:ea typeface="Gill Sans" panose="020B0502020104020203"/>
                <a:cs typeface="Gill Sans" panose="020B0502020104020203"/>
              </a:defRPr>
            </a:lvl8pPr>
            <a:lvl9pPr marL="4114800" marR="0" indent="-298450" algn="l">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panose="020B0502020104020203"/>
                <a:ea typeface="Gill Sans" panose="020B0502020104020203"/>
                <a:cs typeface="Gill Sans" panose="020B0502020104020203"/>
              </a:defRPr>
            </a:lvl9pPr>
          </a:lstStyle>
          <a:p/>
        </p:txBody>
      </p:sp>
      <p:sp>
        <p:nvSpPr>
          <p:cNvPr id="12" name="Google Shape;12;p1"/>
          <p:cNvSpPr>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oAutofit/>
          </a:bodyPr>
          <a:lstStyle>
            <a:lvl1pPr marR="0" algn="r">
              <a:lnSpc>
                <a:spcPct val="100000"/>
              </a:lnSpc>
              <a:spcBef>
                <a:spcPts val="0"/>
              </a:spcBef>
              <a:spcAft>
                <a:spcPts val="0"/>
              </a:spcAft>
              <a:buClr>
                <a:srgbClr val="000000"/>
              </a:buClr>
              <a:buSzPts val="1400"/>
              <a:buFont typeface="Arial" panose="020B0604020202020204"/>
              <a:buNone/>
              <a:defRPr sz="900" b="0" i="0" u="none" strike="noStrike" cap="none">
                <a:solidFill>
                  <a:schemeClr val="accent2"/>
                </a:solidFill>
                <a:latin typeface="Montserrat Medium"/>
                <a:ea typeface="Montserrat Medium"/>
                <a:cs typeface="Montserrat Medium"/>
              </a:defRPr>
            </a:lvl1pPr>
            <a:lvl2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defRPr>
            </a:lvl2pPr>
            <a:lvl3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defRPr>
            </a:lvl3pPr>
            <a:lvl4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defRPr>
            </a:lvl4pPr>
            <a:lvl5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defRPr>
            </a:lvl5pPr>
            <a:lvl6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defRPr>
            </a:lvl6pPr>
            <a:lvl7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defRPr>
            </a:lvl7pPr>
            <a:lvl8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defRPr>
            </a:lvl8pPr>
            <a:lvl9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defRPr>
            </a:lvl9pPr>
          </a:lstStyle>
          <a:p/>
        </p:txBody>
      </p:sp>
      <p:sp>
        <p:nvSpPr>
          <p:cNvPr id="13" name="Google Shape;13;p1"/>
          <p:cNvSpPr>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oAutofit/>
          </a:bodyPr>
          <a:lstStyle>
            <a:lvl1pPr marR="0" algn="l">
              <a:lnSpc>
                <a:spcPct val="100000"/>
              </a:lnSpc>
              <a:spcBef>
                <a:spcPts val="0"/>
              </a:spcBef>
              <a:spcAft>
                <a:spcPts val="0"/>
              </a:spcAft>
              <a:buClr>
                <a:srgbClr val="000000"/>
              </a:buClr>
              <a:buSzPts val="1400"/>
              <a:buFont typeface="Arial" panose="020B0604020202020204"/>
              <a:buNone/>
              <a:defRPr sz="900" b="0" i="0" u="none" strike="noStrike" cap="none">
                <a:solidFill>
                  <a:schemeClr val="accent2"/>
                </a:solidFill>
                <a:latin typeface="Montserrat Medium"/>
                <a:ea typeface="Montserrat Medium"/>
                <a:cs typeface="Montserrat Medium"/>
              </a:defRPr>
            </a:lvl1pPr>
            <a:lvl2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defRPr>
            </a:lvl2pPr>
            <a:lvl3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defRPr>
            </a:lvl3pPr>
            <a:lvl4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defRPr>
            </a:lvl4pPr>
            <a:lvl5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defRPr>
            </a:lvl5pPr>
            <a:lvl6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defRPr>
            </a:lvl6pPr>
            <a:lvl7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defRPr>
            </a:lvl7pPr>
            <a:lvl8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defRPr>
            </a:lvl8pPr>
            <a:lvl9pPr marR="0"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defRPr>
            </a:lvl9pPr>
          </a:lstStyle>
          <a:p/>
        </p:txBody>
      </p:sp>
      <p:sp>
        <p:nvSpPr>
          <p:cNvPr id="14" name="Google Shape;14;p1"/>
          <p:cNvSpPr>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1pPr>
            <a:lvl2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2pPr>
            <a:lvl3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3pPr>
            <a:lvl4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4pPr>
            <a:lvl5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5pPr>
            <a:lvl6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6pPr>
            <a:lvl7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7pPr>
            <a:lvl8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8pPr>
            <a:lvl9pPr marL="0" marR="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2"/>
                </a:solidFill>
                <a:latin typeface="Montserrat Medium"/>
                <a:ea typeface="Montserrat Medium"/>
                <a:cs typeface="Montserrat Medium"/>
              </a:defRPr>
            </a:lvl9pPr>
          </a:lstStyle>
          <a:p>
            <a:pPr marL="0" lvl="0" indent="0" algn="r">
              <a:spcBef>
                <a:spcPts val="0"/>
              </a:spcBef>
              <a:spcAft>
                <a:spcPts val="0"/>
              </a:spcAft>
              <a:buNone/>
            </a:pPr>
            <a:fld id="{00000000-1234-1234-1234-123412341234}" type="slidenum">
              <a:rPr/>
            </a:fld>
            <a:endParaRPr/>
          </a:p>
        </p:txBody>
      </p:sp>
      <p:sp>
        <p:nvSpPr>
          <p:cNvPr id="15" name="Google Shape;15;p1"/>
          <p:cNvSpPr>
            <a:spLocks noGrp="1"/>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endParaRPr>
          </a:p>
        </p:txBody>
      </p:sp>
      <p:sp>
        <p:nvSpPr>
          <p:cNvPr id="16" name="Google Shape;16;p1"/>
          <p:cNvSpPr>
            <a:spLocks noGrp="1"/>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endParaRPr>
          </a:p>
        </p:txBody>
      </p:sp>
      <p:sp>
        <p:nvSpPr>
          <p:cNvPr id="17" name="Google Shape;17;p1"/>
          <p:cNvSpPr>
            <a:spLocks noGrp="1"/>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9pPr>
    </p:titleStyle>
    <p:bodyStyle>
      <a:lvl1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9pPr>
    </p:bodyStyle>
    <p:otherStyle>
      <a:lvl1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 name="Google Shape;163;p19"/>
          <p:cNvSpPr>
            <a:spLocks noGrp="1"/>
          </p:cNvSpPr>
          <p:nvPr/>
        </p:nvSpPr>
        <p:spPr>
          <a:xfrm>
            <a:off x="571500" y="742950"/>
            <a:ext cx="11049000" cy="960080"/>
          </a:xfrm>
          <a:prstGeom prst="rect">
            <a:avLst/>
          </a:prstGeom>
          <a:noFill/>
          <a:ln>
            <a:noFill/>
          </a:ln>
        </p:spPr>
        <p:txBody>
          <a:bodyPr spcFirstLastPara="1" wrap="none" lIns="0" tIns="0" rIns="0" bIns="0" anchor="t">
            <a:noAutofit/>
          </a:bodyPr>
          <a:lstStyle>
            <a:defPPr algn="l">
              <a:defRPr sz="5700" b="0">
                <a:solidFill>
                  <a:srgbClr val="13A694"/>
                </a:solidFill>
                <a:latin typeface="Bebas Neue" panose="020B0606020202050201"/>
                <a:ea typeface="Bebas Neue" panose="020B0606020202050201"/>
                <a:cs typeface="Bebas Neue" panose="020B0606020202050201"/>
              </a:defRPr>
            </a:defPPr>
          </a:lstStyle>
          <a:p>
            <a:pPr marL="0" marR="0" lvl="0" indent="0" algn="l">
              <a:lnSpc>
                <a:spcPct val="100000"/>
              </a:lnSpc>
              <a:spcBef>
                <a:spcPts val="0"/>
              </a:spcBef>
              <a:spcAft>
                <a:spcPts val="0"/>
              </a:spcAft>
              <a:buClr>
                <a:srgbClr val="13A694"/>
              </a:buClr>
              <a:buSzPts val="4800"/>
              <a:buFont typeface="Montserrat Medium"/>
              <a:buNone/>
              <a:defRPr sz="5700" b="0">
                <a:solidFill>
                  <a:srgbClr val="13A694"/>
                </a:solidFill>
                <a:latin typeface="Bebas Neue" panose="020B0606020202050201"/>
                <a:ea typeface="Bebas Neue" panose="020B0606020202050201"/>
                <a:cs typeface="Bebas Neue" panose="020B0606020202050201"/>
              </a:defRPr>
            </a:pPr>
            <a:r>
              <a:rPr sz="5700" b="0">
                <a:solidFill>
                  <a:srgbClr val="13A694"/>
                </a:solidFill>
                <a:latin typeface="Bebas Neue" panose="020B0606020202050201"/>
                <a:ea typeface="Bebas Neue" panose="020B0606020202050201"/>
                <a:cs typeface="Bebas Neue" panose="020B0606020202050201"/>
              </a:rPr>
              <a:t>Dashboard progress &amp; evaluation</a:t>
            </a:r>
            <a:endParaRPr sz="3000" b="0" i="0" u="none" strike="noStrike" cap="none">
              <a:solidFill>
                <a:srgbClr val="3F3F3F"/>
              </a:solidFill>
              <a:latin typeface="Montserrat Medium"/>
              <a:ea typeface="Montserrat Medium"/>
              <a:cs typeface="Montserrat Medium"/>
            </a:endParaRPr>
          </a:p>
        </p:txBody>
      </p:sp>
      <p:sp>
        <p:nvSpPr>
          <p:cNvPr id="164" name="native-count"/>
          <p:cNvSpPr>
            <a:spLocks noGrp="1"/>
          </p:cNvSpPr>
          <p:nvPr/>
        </p:nvSpPr>
        <p:spPr>
          <a:xfrm>
            <a:off x="571500" y="1847850"/>
            <a:ext cx="2286000" cy="619125"/>
          </a:xfrm>
          <a:prstGeom prst="rect">
            <a:avLst/>
          </a:prstGeom>
          <a:noFill/>
          <a:ln w="0">
            <a:noFill/>
          </a:ln>
        </p:spPr>
        <p:txBody>
          <a:bodyPr wrap="square" lIns="0" tIns="0" rIns="0" bIns="0" anchor="t">
            <a:noAutofit/>
          </a:bodyPr>
          <a:lstStyle>
            <a:defPPr algn="l">
              <a:defRPr sz="4125" b="1">
                <a:solidFill>
                  <a:srgbClr val="13A694"/>
                </a:solidFill>
                <a:latin typeface="Montserrat"/>
                <a:ea typeface="Montserrat"/>
                <a:cs typeface="Montserrat"/>
              </a:defRPr>
            </a:defPPr>
          </a:lstStyle>
          <a:p>
            <a:pPr algn="l">
              <a:defRPr sz="4125" b="1">
                <a:solidFill>
                  <a:srgbClr val="13A694"/>
                </a:solidFill>
                <a:latin typeface="Montserrat"/>
                <a:ea typeface="Montserrat"/>
                <a:cs typeface="Montserrat"/>
              </a:defRPr>
            </a:pPr>
            <a:r>
              <a:rPr sz="4125" b="1">
                <a:solidFill>
                  <a:srgbClr val="13A694"/>
                </a:solidFill>
                <a:latin typeface="Montserrat"/>
                <a:ea typeface="Montserrat"/>
                <a:cs typeface="Montserrat"/>
              </a:rPr>
              <a:t>263</a:t>
            </a:r>
            <a:endParaRPr sz="4125" b="1">
              <a:solidFill>
                <a:srgbClr val="13A694"/>
              </a:solidFill>
              <a:latin typeface="Montserrat"/>
              <a:ea typeface="Montserrat"/>
              <a:cs typeface="Montserrat"/>
            </a:endParaRPr>
          </a:p>
        </p:txBody>
      </p:sp>
      <p:sp>
        <p:nvSpPr>
          <p:cNvPr id="165" name="native-label"/>
          <p:cNvSpPr>
            <a:spLocks noGrp="1"/>
          </p:cNvSpPr>
          <p:nvPr/>
        </p:nvSpPr>
        <p:spPr>
          <a:xfrm>
            <a:off x="571500" y="2447925"/>
            <a:ext cx="2381250" cy="333375"/>
          </a:xfrm>
          <a:prstGeom prst="rect">
            <a:avLst/>
          </a:prstGeom>
          <a:noFill/>
          <a:ln w="0">
            <a:noFill/>
          </a:ln>
        </p:spPr>
        <p:txBody>
          <a:bodyPr wrap="square" lIns="0" tIns="0" rIns="0" bIns="0" anchor="t">
            <a:noAutofit/>
          </a:bodyPr>
          <a:lstStyle>
            <a:defPPr algn="l">
              <a:defRPr sz="1875" b="0">
                <a:solidFill>
                  <a:srgbClr val="202A30"/>
                </a:solidFill>
                <a:latin typeface="Montserrat"/>
                <a:ea typeface="Montserrat"/>
                <a:cs typeface="Montserrat"/>
              </a:defRPr>
            </a:defPPr>
          </a:lstStyle>
          <a:p>
            <a:pPr algn="l">
              <a:defRPr sz="1875" b="0">
                <a:solidFill>
                  <a:srgbClr val="202A30"/>
                </a:solidFill>
                <a:latin typeface="Montserrat"/>
                <a:ea typeface="Montserrat"/>
                <a:cs typeface="Montserrat"/>
              </a:defRPr>
            </a:pPr>
            <a:r>
              <a:rPr sz="1875" b="0">
                <a:solidFill>
                  <a:srgbClr val="202A30"/>
                </a:solidFill>
                <a:latin typeface="Montserrat"/>
                <a:ea typeface="Montserrat"/>
                <a:cs typeface="Montserrat"/>
              </a:rPr>
              <a:t>Native ads</a:t>
            </a:r>
            <a:endParaRPr sz="1875" b="0">
              <a:solidFill>
                <a:srgbClr val="202A30"/>
              </a:solidFill>
              <a:latin typeface="Montserrat"/>
              <a:ea typeface="Montserrat"/>
              <a:cs typeface="Montserrat"/>
            </a:endParaRPr>
          </a:p>
        </p:txBody>
      </p:sp>
      <p:sp>
        <p:nvSpPr>
          <p:cNvPr id="166" name="social-count"/>
          <p:cNvSpPr>
            <a:spLocks noGrp="1"/>
          </p:cNvSpPr>
          <p:nvPr/>
        </p:nvSpPr>
        <p:spPr>
          <a:xfrm>
            <a:off x="3381375" y="1847850"/>
            <a:ext cx="3333750" cy="619125"/>
          </a:xfrm>
          <a:prstGeom prst="rect">
            <a:avLst/>
          </a:prstGeom>
          <a:noFill/>
          <a:ln w="0">
            <a:noFill/>
          </a:ln>
        </p:spPr>
        <p:txBody>
          <a:bodyPr wrap="square" lIns="0" tIns="0" rIns="0" bIns="0" anchor="t">
            <a:noAutofit/>
          </a:bodyPr>
          <a:lstStyle>
            <a:defPPr algn="l">
              <a:defRPr sz="4125" b="1">
                <a:solidFill>
                  <a:srgbClr val="13A694"/>
                </a:solidFill>
                <a:latin typeface="Montserrat"/>
                <a:ea typeface="Montserrat"/>
                <a:cs typeface="Montserrat"/>
              </a:defRPr>
            </a:defPPr>
          </a:lstStyle>
          <a:p>
            <a:pPr algn="l">
              <a:defRPr sz="4125" b="1">
                <a:solidFill>
                  <a:srgbClr val="13A694"/>
                </a:solidFill>
                <a:latin typeface="Montserrat"/>
                <a:ea typeface="Montserrat"/>
                <a:cs typeface="Montserrat"/>
              </a:defRPr>
            </a:pPr>
            <a:r>
              <a:rPr sz="4125" b="1">
                <a:solidFill>
                  <a:srgbClr val="13A694"/>
                </a:solidFill>
                <a:latin typeface="Montserrat"/>
                <a:ea typeface="Montserrat"/>
                <a:cs typeface="Montserrat"/>
              </a:rPr>
              <a:t>36,182</a:t>
            </a:r>
            <a:endParaRPr sz="4125" b="1">
              <a:solidFill>
                <a:srgbClr val="13A694"/>
              </a:solidFill>
              <a:latin typeface="Montserrat"/>
              <a:ea typeface="Montserrat"/>
              <a:cs typeface="Montserrat"/>
            </a:endParaRPr>
          </a:p>
        </p:txBody>
      </p:sp>
      <p:sp>
        <p:nvSpPr>
          <p:cNvPr id="167" name="social-label"/>
          <p:cNvSpPr>
            <a:spLocks noGrp="1"/>
          </p:cNvSpPr>
          <p:nvPr/>
        </p:nvSpPr>
        <p:spPr>
          <a:xfrm>
            <a:off x="3381375" y="2447925"/>
            <a:ext cx="3667125" cy="333375"/>
          </a:xfrm>
          <a:prstGeom prst="rect">
            <a:avLst/>
          </a:prstGeom>
          <a:noFill/>
          <a:ln w="0">
            <a:noFill/>
          </a:ln>
        </p:spPr>
        <p:txBody>
          <a:bodyPr wrap="square" lIns="0" tIns="0" rIns="0" bIns="0" anchor="t">
            <a:noAutofit/>
          </a:bodyPr>
          <a:lstStyle>
            <a:defPPr algn="l">
              <a:defRPr sz="1875" b="0">
                <a:solidFill>
                  <a:srgbClr val="202A30"/>
                </a:solidFill>
                <a:latin typeface="Montserrat"/>
                <a:ea typeface="Montserrat"/>
                <a:cs typeface="Montserrat"/>
              </a:defRPr>
            </a:defPPr>
          </a:lstStyle>
          <a:p>
            <a:pPr algn="l">
              <a:defRPr sz="1875" b="0">
                <a:solidFill>
                  <a:srgbClr val="202A30"/>
                </a:solidFill>
                <a:latin typeface="Montserrat"/>
                <a:ea typeface="Montserrat"/>
                <a:cs typeface="Montserrat"/>
              </a:defRPr>
            </a:pPr>
            <a:r>
              <a:rPr sz="1875" b="0">
                <a:solidFill>
                  <a:srgbClr val="202A30"/>
                </a:solidFill>
                <a:latin typeface="Montserrat"/>
                <a:ea typeface="Montserrat"/>
                <a:cs typeface="Montserrat"/>
              </a:rPr>
              <a:t>Company social posts</a:t>
            </a:r>
            <a:endParaRPr sz="1875" b="0">
              <a:solidFill>
                <a:srgbClr val="202A30"/>
              </a:solidFill>
              <a:latin typeface="Montserrat"/>
              <a:ea typeface="Montserrat"/>
              <a:cs typeface="Montserrat"/>
            </a:endParaRPr>
          </a:p>
        </p:txBody>
      </p:sp>
      <p:sp>
        <p:nvSpPr>
          <p:cNvPr id="168" name="screen-label"/>
          <p:cNvSpPr>
            <a:spLocks noGrp="1"/>
          </p:cNvSpPr>
          <p:nvPr/>
        </p:nvSpPr>
        <p:spPr>
          <a:xfrm>
            <a:off x="571500" y="3009900"/>
            <a:ext cx="6667500" cy="342900"/>
          </a:xfrm>
          <a:prstGeom prst="rect">
            <a:avLst/>
          </a:prstGeom>
          <a:noFill/>
          <a:ln w="0">
            <a:noFill/>
          </a:ln>
        </p:spPr>
        <p:txBody>
          <a:bodyPr wrap="square" lIns="0" tIns="0" rIns="0" bIns="0" anchor="t">
            <a:noAutofit/>
          </a:bodyPr>
          <a:lstStyle>
            <a:defPPr algn="l">
              <a:defRPr sz="2025" b="1">
                <a:solidFill>
                  <a:srgbClr val="202A30"/>
                </a:solidFill>
                <a:latin typeface="Montserrat"/>
                <a:ea typeface="Montserrat"/>
                <a:cs typeface="Montserrat"/>
              </a:defRPr>
            </a:defPPr>
          </a:lstStyle>
          <a:p>
            <a:pPr algn="l">
              <a:defRPr sz="2025" b="1">
                <a:solidFill>
                  <a:srgbClr val="202A30"/>
                </a:solidFill>
                <a:latin typeface="Montserrat"/>
                <a:ea typeface="Montserrat"/>
                <a:cs typeface="Montserrat"/>
              </a:defRPr>
            </a:pPr>
            <a:r>
              <a:rPr sz="2025" b="1">
                <a:solidFill>
                  <a:srgbClr val="202A30"/>
                </a:solidFill>
                <a:latin typeface="Montserrat"/>
                <a:ea typeface="Montserrat"/>
                <a:cs typeface="Montserrat"/>
              </a:rPr>
              <a:t>Company view</a:t>
            </a:r>
            <a:endParaRPr sz="2025" b="1">
              <a:solidFill>
                <a:srgbClr val="202A30"/>
              </a:solidFill>
              <a:latin typeface="Montserrat"/>
              <a:ea typeface="Montserrat"/>
              <a:cs typeface="Montserrat"/>
            </a:endParaRPr>
          </a:p>
        </p:txBody>
      </p:sp>
      <p:sp>
        <p:nvSpPr>
          <p:cNvPr id="170" name="dashboard-capabilities"/>
          <p:cNvSpPr>
            <a:spLocks noGrp="1"/>
          </p:cNvSpPr>
          <p:nvPr/>
        </p:nvSpPr>
        <p:spPr>
          <a:xfrm>
            <a:off x="571500" y="6057900"/>
            <a:ext cx="6667500" cy="619125"/>
          </a:xfrm>
          <a:prstGeom prst="rect">
            <a:avLst/>
          </a:prstGeom>
          <a:noFill/>
          <a:ln w="0">
            <a:noFill/>
          </a:ln>
        </p:spPr>
        <p:txBody>
          <a:bodyPr wrap="square" lIns="0" tIns="0" rIns="0" bIns="0" anchor="t">
            <a:noAutofit/>
          </a:bodyPr>
          <a:lstStyle>
            <a:defPPr algn="l">
              <a:defRPr sz="1800" b="0">
                <a:solidFill>
                  <a:srgbClr val="202A30"/>
                </a:solidFill>
                <a:latin typeface="Montserrat"/>
                <a:ea typeface="Montserrat"/>
                <a:cs typeface="Montserrat"/>
              </a:defRPr>
            </a:defPPr>
          </a:lstStyle>
          <a:p>
            <a:pPr algn="l">
              <a:defRPr sz="1800" b="0">
                <a:solidFill>
                  <a:srgbClr val="202A30"/>
                </a:solidFill>
                <a:latin typeface="Montserrat"/>
                <a:ea typeface="Montserrat"/>
                <a:cs typeface="Montserrat"/>
              </a:defRPr>
            </a:pPr>
            <a:r>
              <a:rPr sz="1800" b="0">
                <a:solidFill>
                  <a:srgbClr val="202A30"/>
                </a:solidFill>
                <a:latin typeface="Montserrat"/>
                <a:ea typeface="Montserrat"/>
                <a:cs typeface="Montserrat"/>
              </a:rPr>
              <a:t>Browse by company and date.</a:t>
            </a:r>
            <a:endParaRPr sz="1800" b="0">
              <a:solidFill>
                <a:srgbClr val="202A30"/>
              </a:solidFill>
              <a:latin typeface="Montserrat"/>
              <a:ea typeface="Montserrat"/>
              <a:cs typeface="Montserrat"/>
            </a:endParaRPr>
          </a:p>
          <a:p>
            <a:pPr algn="l">
              <a:defRPr sz="1800" b="0">
                <a:solidFill>
                  <a:srgbClr val="202A30"/>
                </a:solidFill>
                <a:latin typeface="Montserrat"/>
                <a:ea typeface="Montserrat"/>
                <a:cs typeface="Montserrat"/>
              </a:defRPr>
            </a:pPr>
            <a:r>
              <a:rPr sz="1800" b="0">
                <a:solidFill>
                  <a:srgbClr val="202A30"/>
                </a:solidFill>
                <a:latin typeface="Montserrat"/>
                <a:ea typeface="Montserrat"/>
                <a:cs typeface="Montserrat"/>
              </a:rPr>
              <a:t>Open records and original sources.</a:t>
            </a:r>
            <a:endParaRPr sz="1800" b="0">
              <a:solidFill>
                <a:srgbClr val="202A30"/>
              </a:solidFill>
              <a:latin typeface="Montserrat"/>
              <a:ea typeface="Montserrat"/>
              <a:cs typeface="Montserrat"/>
            </a:endParaRPr>
          </a:p>
        </p:txBody>
      </p:sp>
      <p:sp>
        <p:nvSpPr>
          <p:cNvPr id="171" name="evaluation-heading"/>
          <p:cNvSpPr>
            <a:spLocks noGrp="1"/>
          </p:cNvSpPr>
          <p:nvPr/>
        </p:nvSpPr>
        <p:spPr>
          <a:xfrm>
            <a:off x="7762875" y="1857375"/>
            <a:ext cx="3857625" cy="400050"/>
          </a:xfrm>
          <a:prstGeom prst="rect">
            <a:avLst/>
          </a:prstGeom>
          <a:noFill/>
          <a:ln w="0">
            <a:noFill/>
          </a:ln>
        </p:spPr>
        <p:txBody>
          <a:bodyPr wrap="square" lIns="0" tIns="0" rIns="0" bIns="0" anchor="t">
            <a:noAutofit/>
          </a:bodyPr>
          <a:lstStyle>
            <a:defPPr algn="l">
              <a:defRPr sz="2475" b="0">
                <a:solidFill>
                  <a:srgbClr val="13A694"/>
                </a:solidFill>
                <a:latin typeface="Bebas Neue" panose="020B0606020202050201"/>
                <a:ea typeface="Bebas Neue" panose="020B0606020202050201"/>
                <a:cs typeface="Bebas Neue" panose="020B0606020202050201"/>
              </a:defRPr>
            </a:defPPr>
          </a:lstStyle>
          <a:p>
            <a:pPr algn="l">
              <a:defRPr sz="2475" b="0">
                <a:solidFill>
                  <a:srgbClr val="13A694"/>
                </a:solidFill>
                <a:latin typeface="Bebas Neue" panose="020B0606020202050201"/>
                <a:ea typeface="Bebas Neue" panose="020B0606020202050201"/>
                <a:cs typeface="Bebas Neue" panose="020B0606020202050201"/>
              </a:defRPr>
            </a:pPr>
            <a:r>
              <a:rPr sz="2475" b="0">
                <a:solidFill>
                  <a:srgbClr val="13A694"/>
                </a:solidFill>
                <a:latin typeface="Bebas Neue" panose="020B0606020202050201"/>
                <a:ea typeface="Bebas Neue" panose="020B0606020202050201"/>
                <a:cs typeface="Bebas Neue" panose="020B0606020202050201"/>
              </a:rPr>
              <a:t>Latest evaluation</a:t>
            </a:r>
            <a:endParaRPr sz="2475" b="0">
              <a:solidFill>
                <a:srgbClr val="13A694"/>
              </a:solidFill>
              <a:latin typeface="Bebas Neue" panose="020B0606020202050201"/>
              <a:ea typeface="Bebas Neue" panose="020B0606020202050201"/>
              <a:cs typeface="Bebas Neue" panose="020B0606020202050201"/>
            </a:endParaRPr>
          </a:p>
        </p:txBody>
      </p:sp>
      <p:sp>
        <p:nvSpPr>
          <p:cNvPr id="172" name="overall-pass"/>
          <p:cNvSpPr>
            <a:spLocks noGrp="1"/>
          </p:cNvSpPr>
          <p:nvPr/>
        </p:nvSpPr>
        <p:spPr>
          <a:xfrm>
            <a:off x="7762875" y="2362200"/>
            <a:ext cx="3810000" cy="781050"/>
          </a:xfrm>
          <a:prstGeom prst="rect">
            <a:avLst/>
          </a:prstGeom>
          <a:noFill/>
          <a:ln w="0">
            <a:noFill/>
          </a:ln>
        </p:spPr>
        <p:txBody>
          <a:bodyPr wrap="square" lIns="0" tIns="0" rIns="0" bIns="0" anchor="t">
            <a:noAutofit/>
          </a:bodyPr>
          <a:lstStyle>
            <a:defPPr algn="l">
              <a:defRPr sz="5250" b="1">
                <a:solidFill>
                  <a:srgbClr val="202A30"/>
                </a:solidFill>
                <a:latin typeface="Montserrat"/>
                <a:ea typeface="Montserrat"/>
                <a:cs typeface="Montserrat"/>
              </a:defRPr>
            </a:defPPr>
          </a:lstStyle>
          <a:p>
            <a:pPr algn="l">
              <a:defRPr sz="5250" b="1">
                <a:solidFill>
                  <a:srgbClr val="202A30"/>
                </a:solidFill>
                <a:latin typeface="Montserrat"/>
                <a:ea typeface="Montserrat"/>
                <a:cs typeface="Montserrat"/>
              </a:defRPr>
            </a:pPr>
            <a:r>
              <a:rPr sz="5250" b="1">
                <a:solidFill>
                  <a:srgbClr val="202A30"/>
                </a:solidFill>
                <a:latin typeface="Montserrat"/>
                <a:ea typeface="Montserrat"/>
                <a:cs typeface="Montserrat"/>
              </a:rPr>
              <a:t>83.0%</a:t>
            </a:r>
            <a:endParaRPr sz="5250" b="1">
              <a:solidFill>
                <a:srgbClr val="202A30"/>
              </a:solidFill>
              <a:latin typeface="Montserrat"/>
              <a:ea typeface="Montserrat"/>
              <a:cs typeface="Montserrat"/>
            </a:endParaRPr>
          </a:p>
        </p:txBody>
      </p:sp>
      <p:sp>
        <p:nvSpPr>
          <p:cNvPr id="173" name="overall-label"/>
          <p:cNvSpPr>
            <a:spLocks noGrp="1"/>
          </p:cNvSpPr>
          <p:nvPr/>
        </p:nvSpPr>
        <p:spPr>
          <a:xfrm>
            <a:off x="7762875" y="3209925"/>
            <a:ext cx="3857625" cy="704850"/>
          </a:xfrm>
          <a:prstGeom prst="rect">
            <a:avLst/>
          </a:prstGeom>
          <a:noFill/>
          <a:ln w="0">
            <a:noFill/>
          </a:ln>
        </p:spPr>
        <p:txBody>
          <a:bodyPr wrap="square" lIns="0" tIns="0" rIns="0" bIns="0" anchor="t">
            <a:noAutofit/>
          </a:bodyPr>
          <a:lstStyle>
            <a:defPPr algn="l">
              <a:defRPr sz="1875" b="0">
                <a:solidFill>
                  <a:srgbClr val="202A30"/>
                </a:solidFill>
                <a:latin typeface="Montserrat"/>
                <a:ea typeface="Montserrat"/>
                <a:cs typeface="Montserrat"/>
              </a:defRPr>
            </a:defPPr>
          </a:lstStyle>
          <a:p>
            <a:pPr algn="l">
              <a:defRPr sz="1875" b="0">
                <a:solidFill>
                  <a:srgbClr val="202A30"/>
                </a:solidFill>
                <a:latin typeface="Montserrat"/>
                <a:ea typeface="Montserrat"/>
                <a:cs typeface="Montserrat"/>
              </a:defRPr>
            </a:pPr>
            <a:r>
              <a:rPr sz="1875" b="0">
                <a:solidFill>
                  <a:srgbClr val="202A30"/>
                </a:solidFill>
                <a:latin typeface="Montserrat"/>
                <a:ea typeface="Montserrat"/>
                <a:cs typeface="Montserrat"/>
              </a:rPr>
              <a:t>Overall pass rate</a:t>
            </a:r>
            <a:endParaRPr sz="1875" b="0">
              <a:solidFill>
                <a:srgbClr val="202A30"/>
              </a:solidFill>
              <a:latin typeface="Montserrat"/>
              <a:ea typeface="Montserrat"/>
              <a:cs typeface="Montserrat"/>
            </a:endParaRPr>
          </a:p>
          <a:p>
            <a:pPr algn="l">
              <a:defRPr sz="1875" b="0">
                <a:solidFill>
                  <a:srgbClr val="202A30"/>
                </a:solidFill>
                <a:latin typeface="Montserrat"/>
                <a:ea typeface="Montserrat"/>
                <a:cs typeface="Montserrat"/>
              </a:defRPr>
            </a:pPr>
            <a:r>
              <a:rPr sz="1875" b="0">
                <a:solidFill>
                  <a:srgbClr val="202A30"/>
                </a:solidFill>
                <a:latin typeface="Montserrat"/>
                <a:ea typeface="Montserrat"/>
                <a:cs typeface="Montserrat"/>
              </a:rPr>
              <a:t>78 of 94 new questions</a:t>
            </a:r>
            <a:endParaRPr sz="1875" b="0">
              <a:solidFill>
                <a:srgbClr val="202A30"/>
              </a:solidFill>
              <a:latin typeface="Montserrat"/>
              <a:ea typeface="Montserrat"/>
              <a:cs typeface="Montserrat"/>
            </a:endParaRPr>
          </a:p>
        </p:txBody>
      </p:sp>
      <p:sp>
        <p:nvSpPr>
          <p:cNvPr id="174" name="list-heading"/>
          <p:cNvSpPr>
            <a:spLocks noGrp="1"/>
          </p:cNvSpPr>
          <p:nvPr/>
        </p:nvSpPr>
        <p:spPr>
          <a:xfrm>
            <a:off x="7762875" y="4219575"/>
            <a:ext cx="3857625" cy="342900"/>
          </a:xfrm>
          <a:prstGeom prst="rect">
            <a:avLst/>
          </a:prstGeom>
          <a:noFill/>
          <a:ln w="0">
            <a:noFill/>
          </a:ln>
        </p:spPr>
        <p:txBody>
          <a:bodyPr wrap="square" lIns="0" tIns="0" rIns="0" bIns="0" anchor="t">
            <a:noAutofit/>
          </a:bodyPr>
          <a:lstStyle>
            <a:defPPr algn="l">
              <a:defRPr sz="1950" b="1">
                <a:solidFill>
                  <a:srgbClr val="202A30"/>
                </a:solidFill>
                <a:latin typeface="Montserrat"/>
                <a:ea typeface="Montserrat"/>
                <a:cs typeface="Montserrat"/>
              </a:defRPr>
            </a:defPPr>
          </a:lstStyle>
          <a:p>
            <a:pPr algn="l">
              <a:defRPr sz="1950" b="1">
                <a:solidFill>
                  <a:srgbClr val="202A30"/>
                </a:solidFill>
                <a:latin typeface="Montserrat"/>
                <a:ea typeface="Montserrat"/>
                <a:cs typeface="Montserrat"/>
              </a:defRPr>
            </a:pPr>
            <a:r>
              <a:rPr sz="1950" b="1">
                <a:solidFill>
                  <a:srgbClr val="202A30"/>
                </a:solidFill>
                <a:latin typeface="Montserrat"/>
                <a:ea typeface="Montserrat"/>
                <a:cs typeface="Montserrat"/>
              </a:rPr>
              <a:t>50 list questions</a:t>
            </a:r>
            <a:endParaRPr sz="1950" b="1">
              <a:solidFill>
                <a:srgbClr val="202A30"/>
              </a:solidFill>
              <a:latin typeface="Montserrat"/>
              <a:ea typeface="Montserrat"/>
              <a:cs typeface="Montserrat"/>
            </a:endParaRPr>
          </a:p>
        </p:txBody>
      </p:sp>
      <p:sp>
        <p:nvSpPr>
          <p:cNvPr id="175" name="precision-number"/>
          <p:cNvSpPr>
            <a:spLocks noGrp="1"/>
          </p:cNvSpPr>
          <p:nvPr/>
        </p:nvSpPr>
        <p:spPr>
          <a:xfrm>
            <a:off x="7762875" y="4705350"/>
            <a:ext cx="1809750" cy="638175"/>
          </a:xfrm>
          <a:prstGeom prst="rect">
            <a:avLst/>
          </a:prstGeom>
          <a:noFill/>
          <a:ln w="0">
            <a:noFill/>
          </a:ln>
        </p:spPr>
        <p:txBody>
          <a:bodyPr wrap="square" lIns="0" tIns="0" rIns="0" bIns="0" anchor="t">
            <a:noAutofit/>
          </a:bodyPr>
          <a:lstStyle>
            <a:defPPr algn="l">
              <a:defRPr sz="3525" b="1">
                <a:solidFill>
                  <a:srgbClr val="13A694"/>
                </a:solidFill>
                <a:latin typeface="Montserrat"/>
                <a:ea typeface="Montserrat"/>
                <a:cs typeface="Montserrat"/>
              </a:defRPr>
            </a:defPPr>
          </a:lstStyle>
          <a:p>
            <a:pPr algn="l">
              <a:defRPr sz="3525" b="1">
                <a:solidFill>
                  <a:srgbClr val="13A694"/>
                </a:solidFill>
                <a:latin typeface="Montserrat"/>
                <a:ea typeface="Montserrat"/>
                <a:cs typeface="Montserrat"/>
              </a:defRPr>
            </a:pPr>
            <a:r>
              <a:rPr lang="en-US" sz="3525" b="1">
                <a:solidFill>
                  <a:srgbClr val="13A694"/>
                </a:solidFill>
                <a:latin typeface="Montserrat"/>
                <a:ea typeface="Montserrat"/>
                <a:cs typeface="Montserrat"/>
              </a:rPr>
              <a:t>9</a:t>
            </a:r>
            <a:r>
              <a:rPr sz="3525" b="1">
                <a:solidFill>
                  <a:srgbClr val="13A694"/>
                </a:solidFill>
                <a:latin typeface="Montserrat"/>
                <a:ea typeface="Montserrat"/>
                <a:cs typeface="Montserrat"/>
              </a:rPr>
              <a:t>4.6%</a:t>
            </a:r>
            <a:endParaRPr sz="3525" b="1">
              <a:solidFill>
                <a:srgbClr val="13A694"/>
              </a:solidFill>
              <a:latin typeface="Montserrat"/>
              <a:ea typeface="Montserrat"/>
              <a:cs typeface="Montserrat"/>
            </a:endParaRPr>
          </a:p>
        </p:txBody>
      </p:sp>
      <p:sp>
        <p:nvSpPr>
          <p:cNvPr id="176" name="recall-number"/>
          <p:cNvSpPr>
            <a:spLocks noGrp="1"/>
          </p:cNvSpPr>
          <p:nvPr/>
        </p:nvSpPr>
        <p:spPr>
          <a:xfrm>
            <a:off x="9858375" y="4705350"/>
            <a:ext cx="1809750" cy="638175"/>
          </a:xfrm>
          <a:prstGeom prst="rect">
            <a:avLst/>
          </a:prstGeom>
          <a:noFill/>
          <a:ln w="0">
            <a:noFill/>
          </a:ln>
        </p:spPr>
        <p:txBody>
          <a:bodyPr wrap="square" lIns="0" tIns="0" rIns="0" bIns="0" anchor="t">
            <a:noAutofit/>
          </a:bodyPr>
          <a:lstStyle>
            <a:defPPr algn="l">
              <a:defRPr sz="3525" b="1">
                <a:solidFill>
                  <a:srgbClr val="13A694"/>
                </a:solidFill>
                <a:latin typeface="Montserrat"/>
                <a:ea typeface="Montserrat"/>
                <a:cs typeface="Montserrat"/>
              </a:defRPr>
            </a:defPPr>
          </a:lstStyle>
          <a:p>
            <a:pPr algn="l">
              <a:defRPr sz="3525" b="1">
                <a:solidFill>
                  <a:srgbClr val="13A694"/>
                </a:solidFill>
                <a:latin typeface="Montserrat"/>
                <a:ea typeface="Montserrat"/>
                <a:cs typeface="Montserrat"/>
              </a:defRPr>
            </a:pPr>
            <a:r>
              <a:rPr sz="3525" b="1">
                <a:solidFill>
                  <a:srgbClr val="13A694"/>
                </a:solidFill>
                <a:latin typeface="Montserrat"/>
                <a:ea typeface="Montserrat"/>
                <a:cs typeface="Montserrat"/>
              </a:rPr>
              <a:t>89.9%</a:t>
            </a:r>
            <a:endParaRPr sz="3525" b="1">
              <a:solidFill>
                <a:srgbClr val="13A694"/>
              </a:solidFill>
              <a:latin typeface="Montserrat"/>
              <a:ea typeface="Montserrat"/>
              <a:cs typeface="Montserrat"/>
            </a:endParaRPr>
          </a:p>
        </p:txBody>
      </p:sp>
      <p:sp>
        <p:nvSpPr>
          <p:cNvPr id="177" name="precision-label"/>
          <p:cNvSpPr>
            <a:spLocks noGrp="1"/>
          </p:cNvSpPr>
          <p:nvPr/>
        </p:nvSpPr>
        <p:spPr>
          <a:xfrm>
            <a:off x="7762875" y="5410200"/>
            <a:ext cx="1905000" cy="342900"/>
          </a:xfrm>
          <a:prstGeom prst="rect">
            <a:avLst/>
          </a:prstGeom>
          <a:noFill/>
          <a:ln w="0">
            <a:noFill/>
          </a:ln>
        </p:spPr>
        <p:txBody>
          <a:bodyPr wrap="square" lIns="0" tIns="0" rIns="0" bIns="0" anchor="t">
            <a:noAutofit/>
          </a:bodyPr>
          <a:lstStyle>
            <a:defPPr algn="l">
              <a:defRPr sz="1875" b="0">
                <a:solidFill>
                  <a:srgbClr val="202A30"/>
                </a:solidFill>
                <a:latin typeface="Montserrat"/>
                <a:ea typeface="Montserrat"/>
                <a:cs typeface="Montserrat"/>
              </a:defRPr>
            </a:defPPr>
          </a:lstStyle>
          <a:p>
            <a:pPr algn="l">
              <a:defRPr sz="1875" b="0">
                <a:solidFill>
                  <a:srgbClr val="202A30"/>
                </a:solidFill>
                <a:latin typeface="Montserrat"/>
                <a:ea typeface="Montserrat"/>
                <a:cs typeface="Montserrat"/>
              </a:defRPr>
            </a:pPr>
            <a:r>
              <a:rPr sz="1875" b="0">
                <a:solidFill>
                  <a:srgbClr val="202A30"/>
                </a:solidFill>
                <a:latin typeface="Montserrat"/>
                <a:ea typeface="Montserrat"/>
                <a:cs typeface="Montserrat"/>
              </a:rPr>
              <a:t>Precision</a:t>
            </a:r>
            <a:endParaRPr sz="1875" b="0">
              <a:solidFill>
                <a:srgbClr val="202A30"/>
              </a:solidFill>
              <a:latin typeface="Montserrat"/>
              <a:ea typeface="Montserrat"/>
              <a:cs typeface="Montserrat"/>
            </a:endParaRPr>
          </a:p>
        </p:txBody>
      </p:sp>
      <p:sp>
        <p:nvSpPr>
          <p:cNvPr id="178" name="recall-label"/>
          <p:cNvSpPr>
            <a:spLocks noGrp="1"/>
          </p:cNvSpPr>
          <p:nvPr/>
        </p:nvSpPr>
        <p:spPr>
          <a:xfrm>
            <a:off x="9858375" y="5410200"/>
            <a:ext cx="1762125" cy="342900"/>
          </a:xfrm>
          <a:prstGeom prst="rect">
            <a:avLst/>
          </a:prstGeom>
          <a:noFill/>
          <a:ln w="0">
            <a:noFill/>
          </a:ln>
        </p:spPr>
        <p:txBody>
          <a:bodyPr wrap="square" lIns="0" tIns="0" rIns="0" bIns="0" anchor="t">
            <a:noAutofit/>
          </a:bodyPr>
          <a:lstStyle>
            <a:defPPr algn="l">
              <a:defRPr sz="1875" b="0">
                <a:solidFill>
                  <a:srgbClr val="202A30"/>
                </a:solidFill>
                <a:latin typeface="Montserrat"/>
                <a:ea typeface="Montserrat"/>
                <a:cs typeface="Montserrat"/>
              </a:defRPr>
            </a:defPPr>
          </a:lstStyle>
          <a:p>
            <a:pPr algn="l">
              <a:defRPr sz="1875" b="0">
                <a:solidFill>
                  <a:srgbClr val="202A30"/>
                </a:solidFill>
                <a:latin typeface="Montserrat"/>
                <a:ea typeface="Montserrat"/>
                <a:cs typeface="Montserrat"/>
              </a:defRPr>
            </a:pPr>
            <a:r>
              <a:rPr sz="1875" b="0">
                <a:solidFill>
                  <a:srgbClr val="202A30"/>
                </a:solidFill>
                <a:latin typeface="Montserrat"/>
                <a:ea typeface="Montserrat"/>
                <a:cs typeface="Montserrat"/>
              </a:rPr>
              <a:t>Recall</a:t>
            </a:r>
            <a:endParaRPr sz="1875" b="0">
              <a:solidFill>
                <a:srgbClr val="202A30"/>
              </a:solidFill>
              <a:latin typeface="Montserrat"/>
              <a:ea typeface="Montserrat"/>
              <a:cs typeface="Montserrat"/>
            </a:endParaRPr>
          </a:p>
        </p:txBody>
      </p:sp>
      <p:pic>
        <p:nvPicPr>
          <p:cNvPr id="2" name="图片 1"/>
          <p:cNvPicPr>
            <a:picLocks noChangeAspect="1"/>
          </p:cNvPicPr>
          <p:nvPr/>
        </p:nvPicPr>
        <p:blipFill>
          <a:blip r:embed="rId1"/>
          <a:stretch>
            <a:fillRect/>
          </a:stretch>
        </p:blipFill>
        <p:spPr>
          <a:xfrm>
            <a:off x="335915" y="3644900"/>
            <a:ext cx="5413375" cy="22993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 name="Google Shape;163;p19"/>
          <p:cNvSpPr>
            <a:spLocks noGrp="1"/>
          </p:cNvSpPr>
          <p:nvPr/>
        </p:nvSpPr>
        <p:spPr>
          <a:xfrm>
            <a:off x="571500" y="742950"/>
            <a:ext cx="11049000" cy="960080"/>
          </a:xfrm>
          <a:prstGeom prst="rect">
            <a:avLst/>
          </a:prstGeom>
          <a:noFill/>
          <a:ln>
            <a:noFill/>
          </a:ln>
        </p:spPr>
        <p:txBody>
          <a:bodyPr spcFirstLastPara="1" wrap="none" lIns="0" tIns="0" rIns="0" bIns="0" anchor="t">
            <a:noAutofit/>
          </a:bodyPr>
          <a:lstStyle>
            <a:defPPr algn="l">
              <a:defRPr sz="5700" b="0">
                <a:solidFill>
                  <a:srgbClr val="13A694"/>
                </a:solidFill>
                <a:latin typeface="Bebas Neue" panose="020B0606020202050201"/>
                <a:ea typeface="Bebas Neue" panose="020B0606020202050201"/>
                <a:cs typeface="Bebas Neue" panose="020B0606020202050201"/>
              </a:defRPr>
            </a:defPPr>
          </a:lstStyle>
          <a:p>
            <a:pPr marL="0" marR="0" lvl="0" indent="0" algn="l">
              <a:lnSpc>
                <a:spcPct val="100000"/>
              </a:lnSpc>
              <a:spcBef>
                <a:spcPts val="0"/>
              </a:spcBef>
              <a:spcAft>
                <a:spcPts val="0"/>
              </a:spcAft>
              <a:buClr>
                <a:srgbClr val="13A694"/>
              </a:buClr>
              <a:buSzPts val="4800"/>
              <a:buFont typeface="Montserrat Medium"/>
              <a:buNone/>
              <a:defRPr sz="5700" b="0">
                <a:solidFill>
                  <a:srgbClr val="13A694"/>
                </a:solidFill>
                <a:latin typeface="Bebas Neue" panose="020B0606020202050201"/>
                <a:ea typeface="Bebas Neue" panose="020B0606020202050201"/>
                <a:cs typeface="Bebas Neue" panose="020B0606020202050201"/>
              </a:defRPr>
            </a:pPr>
            <a:r>
              <a:rPr sz="5700" b="0">
                <a:solidFill>
                  <a:srgbClr val="13A694"/>
                </a:solidFill>
                <a:latin typeface="Bebas Neue" panose="020B0606020202050201"/>
                <a:ea typeface="Bebas Neue" panose="020B0606020202050201"/>
                <a:cs typeface="Bebas Neue" panose="020B0606020202050201"/>
              </a:rPr>
              <a:t>LLM responses &amp; feedback</a:t>
            </a:r>
            <a:endParaRPr sz="3000" b="0" i="0" u="none" strike="noStrike" cap="none">
              <a:solidFill>
                <a:srgbClr val="3F3F3F"/>
              </a:solidFill>
              <a:latin typeface="Montserrat Medium"/>
              <a:ea typeface="Montserrat Medium"/>
              <a:cs typeface="Montserrat Medium"/>
            </a:endParaRPr>
          </a:p>
        </p:txBody>
      </p:sp>
      <p:sp>
        <p:nvSpPr>
          <p:cNvPr id="164" name="response-count"/>
          <p:cNvSpPr>
            <a:spLocks noGrp="1"/>
          </p:cNvSpPr>
          <p:nvPr/>
        </p:nvSpPr>
        <p:spPr>
          <a:xfrm>
            <a:off x="571500" y="1809750"/>
            <a:ext cx="7477125" cy="400050"/>
          </a:xfrm>
          <a:prstGeom prst="rect">
            <a:avLst/>
          </a:prstGeom>
          <a:noFill/>
          <a:ln w="0">
            <a:noFill/>
          </a:ln>
        </p:spPr>
        <p:txBody>
          <a:bodyPr wrap="square" lIns="0" tIns="0" rIns="0" bIns="0" anchor="t">
            <a:noAutofit/>
          </a:bodyPr>
          <a:lstStyle>
            <a:defPPr algn="l">
              <a:defRPr sz="2025" b="1">
                <a:solidFill>
                  <a:srgbClr val="202A30"/>
                </a:solidFill>
                <a:latin typeface="Montserrat"/>
                <a:ea typeface="Montserrat"/>
                <a:cs typeface="Montserrat"/>
              </a:defRPr>
            </a:defPPr>
          </a:lstStyle>
          <a:p>
            <a:pPr algn="l">
              <a:defRPr sz="2025" b="1">
                <a:solidFill>
                  <a:srgbClr val="202A30"/>
                </a:solidFill>
                <a:latin typeface="Montserrat"/>
                <a:ea typeface="Montserrat"/>
                <a:cs typeface="Montserrat"/>
              </a:defRPr>
            </a:pPr>
            <a:r>
              <a:rPr sz="2025" b="1">
                <a:solidFill>
                  <a:srgbClr val="202A30"/>
                </a:solidFill>
                <a:latin typeface="Montserrat"/>
                <a:ea typeface="Montserrat"/>
                <a:cs typeface="Montserrat"/>
              </a:rPr>
              <a:t>24 client questions. 23 responses available.</a:t>
            </a:r>
            <a:endParaRPr sz="2025" b="1">
              <a:solidFill>
                <a:srgbClr val="202A30"/>
              </a:solidFill>
              <a:latin typeface="Montserrat"/>
              <a:ea typeface="Montserrat"/>
              <a:cs typeface="Montserrat"/>
            </a:endParaRPr>
          </a:p>
        </p:txBody>
      </p:sp>
      <p:sp>
        <p:nvSpPr>
          <p:cNvPr id="165" name="response-example-label"/>
          <p:cNvSpPr>
            <a:spLocks noGrp="1"/>
          </p:cNvSpPr>
          <p:nvPr/>
        </p:nvSpPr>
        <p:spPr>
          <a:xfrm>
            <a:off x="571500" y="2352675"/>
            <a:ext cx="7477125" cy="342900"/>
          </a:xfrm>
          <a:prstGeom prst="rect">
            <a:avLst/>
          </a:prstGeom>
          <a:noFill/>
          <a:ln w="0">
            <a:noFill/>
          </a:ln>
        </p:spPr>
        <p:txBody>
          <a:bodyPr wrap="square" lIns="0" tIns="0" rIns="0" bIns="0" anchor="t">
            <a:noAutofit/>
          </a:bodyPr>
          <a:lstStyle>
            <a:defPPr algn="l">
              <a:defRPr sz="2025" b="0">
                <a:solidFill>
                  <a:srgbClr val="13A694"/>
                </a:solidFill>
                <a:latin typeface="Bebas Neue" panose="020B0606020202050201"/>
                <a:ea typeface="Bebas Neue" panose="020B0606020202050201"/>
                <a:cs typeface="Bebas Neue" panose="020B0606020202050201"/>
              </a:defRPr>
            </a:defPPr>
          </a:lstStyle>
          <a:p>
            <a:pPr algn="l">
              <a:defRPr sz="2025" b="0">
                <a:solidFill>
                  <a:srgbClr val="13A694"/>
                </a:solidFill>
                <a:latin typeface="Bebas Neue" panose="020B0606020202050201"/>
                <a:ea typeface="Bebas Neue" panose="020B0606020202050201"/>
                <a:cs typeface="Bebas Neue" panose="020B0606020202050201"/>
              </a:defRPr>
            </a:pPr>
            <a:r>
              <a:rPr sz="2025" b="0">
                <a:solidFill>
                  <a:srgbClr val="13A694"/>
                </a:solidFill>
                <a:latin typeface="Bebas Neue" panose="020B0606020202050201"/>
                <a:ea typeface="Bebas Neue" panose="020B0606020202050201"/>
                <a:cs typeface="Bebas Neue" panose="020B0606020202050201"/>
              </a:rPr>
              <a:t>Example response</a:t>
            </a:r>
            <a:endParaRPr sz="2025" b="0">
              <a:solidFill>
                <a:srgbClr val="13A694"/>
              </a:solidFill>
              <a:latin typeface="Bebas Neue" panose="020B0606020202050201"/>
              <a:ea typeface="Bebas Neue" panose="020B0606020202050201"/>
              <a:cs typeface="Bebas Neue" panose="020B0606020202050201"/>
            </a:endParaRPr>
          </a:p>
        </p:txBody>
      </p:sp>
      <p:pic>
        <p:nvPicPr>
          <p:cNvPr id="166" name="图片 165"/>
          <p:cNvPicPr>
            <a:picLocks noChangeAspect="1"/>
          </p:cNvPicPr>
          <p:nvPr/>
        </p:nvPicPr>
        <p:blipFill>
          <a:blip r:embed="rId1"/>
          <a:srcRect l="7755" t="7263" r="7075" b="77053"/>
          <a:stretch>
            <a:fillRect/>
          </a:stretch>
        </p:blipFill>
        <p:spPr>
          <a:xfrm>
            <a:off x="571500" y="2752725"/>
            <a:ext cx="7477125" cy="1781175"/>
          </a:xfrm>
          <a:prstGeom prst="rect">
            <a:avLst/>
          </a:prstGeom>
        </p:spPr>
      </p:pic>
      <p:sp>
        <p:nvSpPr>
          <p:cNvPr id="167" name="evidence-label"/>
          <p:cNvSpPr>
            <a:spLocks noGrp="1"/>
          </p:cNvSpPr>
          <p:nvPr/>
        </p:nvSpPr>
        <p:spPr>
          <a:xfrm>
            <a:off x="571500" y="4600575"/>
            <a:ext cx="7477125" cy="333375"/>
          </a:xfrm>
          <a:prstGeom prst="rect">
            <a:avLst/>
          </a:prstGeom>
          <a:noFill/>
          <a:ln w="0">
            <a:noFill/>
          </a:ln>
        </p:spPr>
        <p:txBody>
          <a:bodyPr wrap="square" lIns="0" tIns="0" rIns="0" bIns="0" anchor="t">
            <a:noAutofit/>
          </a:bodyPr>
          <a:lstStyle>
            <a:defPPr algn="l">
              <a:defRPr sz="2025" b="0">
                <a:solidFill>
                  <a:srgbClr val="13A694"/>
                </a:solidFill>
                <a:latin typeface="Bebas Neue" panose="020B0606020202050201"/>
                <a:ea typeface="Bebas Neue" panose="020B0606020202050201"/>
                <a:cs typeface="Bebas Neue" panose="020B0606020202050201"/>
              </a:defRPr>
            </a:defPPr>
          </a:lstStyle>
          <a:p>
            <a:pPr algn="l">
              <a:defRPr sz="2025" b="0">
                <a:solidFill>
                  <a:srgbClr val="13A694"/>
                </a:solidFill>
                <a:latin typeface="Bebas Neue" panose="020B0606020202050201"/>
                <a:ea typeface="Bebas Neue" panose="020B0606020202050201"/>
                <a:cs typeface="Bebas Neue" panose="020B0606020202050201"/>
              </a:defRPr>
            </a:pPr>
            <a:r>
              <a:rPr sz="2025" b="0">
                <a:solidFill>
                  <a:srgbClr val="13A694"/>
                </a:solidFill>
                <a:latin typeface="Bebas Neue" panose="020B0606020202050201"/>
                <a:ea typeface="Bebas Neue" panose="020B0606020202050201"/>
                <a:cs typeface="Bebas Neue" panose="020B0606020202050201"/>
              </a:rPr>
              <a:t>Supporting source</a:t>
            </a:r>
            <a:endParaRPr sz="2025" b="0">
              <a:solidFill>
                <a:srgbClr val="13A694"/>
              </a:solidFill>
              <a:latin typeface="Bebas Neue" panose="020B0606020202050201"/>
              <a:ea typeface="Bebas Neue" panose="020B0606020202050201"/>
              <a:cs typeface="Bebas Neue" panose="020B0606020202050201"/>
            </a:endParaRPr>
          </a:p>
        </p:txBody>
      </p:sp>
      <p:pic>
        <p:nvPicPr>
          <p:cNvPr id="168" name="图片 167"/>
          <p:cNvPicPr>
            <a:picLocks noChangeAspect="1"/>
          </p:cNvPicPr>
          <p:nvPr/>
        </p:nvPicPr>
        <p:blipFill>
          <a:blip r:embed="rId1"/>
          <a:srcRect l="8027" t="52211" r="7211" b="43950"/>
          <a:stretch>
            <a:fillRect/>
          </a:stretch>
        </p:blipFill>
        <p:spPr>
          <a:xfrm>
            <a:off x="571500" y="4981575"/>
            <a:ext cx="7477125" cy="435900"/>
          </a:xfrm>
          <a:prstGeom prst="rect">
            <a:avLst/>
          </a:prstGeom>
        </p:spPr>
      </p:pic>
      <p:sp>
        <p:nvSpPr>
          <p:cNvPr id="300" name="Supporting passage"/>
          <p:cNvSpPr txBox="1"/>
          <p:nvPr/>
        </p:nvSpPr>
        <p:spPr>
          <a:xfrm>
            <a:off x="668000" y="5480000"/>
            <a:ext cx="7309000" cy="560000"/>
          </a:xfrm>
          <a:prstGeom prst="rect">
            <a:avLst/>
          </a:prstGeom>
          <a:noFill/>
          <a:ln w="9525">
            <a:solidFill>
              <a:srgbClr val="D9D9D9"/>
            </a:solidFill>
          </a:ln>
        </p:spPr>
        <p:txBody>
          <a:bodyPr wrap="square" lIns="91440" tIns="64008" rIns="91440" bIns="64008" anchor="ctr">
            <a:noAutofit/>
          </a:bodyPr>
          <a:lstStyle/>
          <a:p>
            <a:r>
              <a:rPr lang="en-US" sz="1150" b="0">
                <a:solidFill>
                  <a:srgbClr val="333333"/>
                </a:solidFill>
                <a:latin typeface="Arial" panose="020B0604020202020204"/>
                <a:cs typeface="Arial" panose="020B0604020202020204"/>
              </a:rPr>
              <a:t>Content from AFPM Oil refiners and petrochemical producers are critical in the drive to save energy … (Partner Content)</a:t>
            </a:r>
            <a:endParaRPr lang="en-US" sz="1150" b="0">
              <a:solidFill>
                <a:srgbClr val="333333"/>
              </a:solidFill>
              <a:latin typeface="Arial" panose="020B0604020202020204"/>
              <a:cs typeface="Arial" panose="020B0604020202020204"/>
            </a:endParaRPr>
          </a:p>
        </p:txBody>
      </p:sp>
      <p:sp>
        <p:nvSpPr>
          <p:cNvPr id="169" name="michelle-heading"/>
          <p:cNvSpPr>
            <a:spLocks noGrp="1"/>
          </p:cNvSpPr>
          <p:nvPr/>
        </p:nvSpPr>
        <p:spPr>
          <a:xfrm>
            <a:off x="8543925" y="1809750"/>
            <a:ext cx="3076575" cy="428625"/>
          </a:xfrm>
          <a:prstGeom prst="rect">
            <a:avLst/>
          </a:prstGeom>
          <a:noFill/>
          <a:ln w="0">
            <a:noFill/>
          </a:ln>
        </p:spPr>
        <p:txBody>
          <a:bodyPr wrap="square" lIns="0" tIns="0" rIns="0" bIns="0" anchor="t">
            <a:noAutofit/>
          </a:bodyPr>
          <a:lstStyle>
            <a:defPPr algn="l">
              <a:defRPr sz="2550" b="0">
                <a:solidFill>
                  <a:srgbClr val="13A694"/>
                </a:solidFill>
                <a:latin typeface="Bebas Neue" panose="020B0606020202050201"/>
                <a:ea typeface="Bebas Neue" panose="020B0606020202050201"/>
                <a:cs typeface="Bebas Neue" panose="020B0606020202050201"/>
              </a:defRPr>
            </a:defPPr>
          </a:lstStyle>
          <a:p>
            <a:pPr algn="l">
              <a:defRPr sz="2550" b="0">
                <a:solidFill>
                  <a:srgbClr val="13A694"/>
                </a:solidFill>
                <a:latin typeface="Bebas Neue" panose="020B0606020202050201"/>
                <a:ea typeface="Bebas Neue" panose="020B0606020202050201"/>
                <a:cs typeface="Bebas Neue" panose="020B0606020202050201"/>
              </a:defRPr>
            </a:pPr>
            <a:r>
              <a:rPr sz="2550" b="0">
                <a:solidFill>
                  <a:srgbClr val="13A694"/>
                </a:solidFill>
                <a:latin typeface="Bebas Neue" panose="020B0606020202050201"/>
                <a:ea typeface="Bebas Neue" panose="020B0606020202050201"/>
                <a:cs typeface="Bebas Neue" panose="020B0606020202050201"/>
              </a:rPr>
              <a:t>After the meeting</a:t>
            </a:r>
            <a:endParaRPr sz="2550" b="0">
              <a:solidFill>
                <a:srgbClr val="13A694"/>
              </a:solidFill>
              <a:latin typeface="Bebas Neue" panose="020B0606020202050201"/>
              <a:ea typeface="Bebas Neue" panose="020B0606020202050201"/>
              <a:cs typeface="Bebas Neue" panose="020B0606020202050201"/>
            </a:endParaRPr>
          </a:p>
        </p:txBody>
      </p:sp>
      <p:sp>
        <p:nvSpPr>
          <p:cNvPr id="170" name="michelle-request"/>
          <p:cNvSpPr>
            <a:spLocks noGrp="1"/>
          </p:cNvSpPr>
          <p:nvPr/>
        </p:nvSpPr>
        <p:spPr>
          <a:xfrm>
            <a:off x="8543925" y="2371725"/>
            <a:ext cx="3076575" cy="2705100"/>
          </a:xfrm>
          <a:prstGeom prst="rect">
            <a:avLst/>
          </a:prstGeom>
          <a:noFill/>
          <a:ln w="0">
            <a:noFill/>
          </a:ln>
        </p:spPr>
        <p:txBody>
          <a:bodyPr wrap="square" lIns="0" tIns="0" rIns="0" bIns="0" anchor="t">
            <a:noAutofit/>
          </a:bodyPr>
          <a:lstStyle>
            <a:defPPr algn="l">
              <a:defRPr sz="1875" b="0">
                <a:solidFill>
                  <a:srgbClr val="202A30"/>
                </a:solidFill>
                <a:latin typeface="Montserrat"/>
                <a:ea typeface="Montserrat"/>
                <a:cs typeface="Montserrat"/>
              </a:defRPr>
            </a:defPPr>
          </a:lstStyle>
          <a:p>
            <a:pPr algn="l">
              <a:defRPr sz="1875" b="0">
                <a:solidFill>
                  <a:srgbClr val="202A30"/>
                </a:solidFill>
                <a:latin typeface="Montserrat"/>
                <a:ea typeface="Montserrat"/>
                <a:cs typeface="Montserrat"/>
              </a:defRPr>
            </a:pPr>
            <a:r>
              <a:rPr sz="1875" b="0">
                <a:solidFill>
                  <a:srgbClr val="202A30"/>
                </a:solidFill>
                <a:latin typeface="Montserrat"/>
                <a:ea typeface="Montserrat"/>
                <a:cs typeface="Montserrat"/>
              </a:rPr>
              <a:t>The full replies are</a:t>
            </a:r>
            <a:endParaRPr sz="1875" b="0">
              <a:solidFill>
                <a:srgbClr val="202A30"/>
              </a:solidFill>
              <a:latin typeface="Montserrat"/>
              <a:ea typeface="Montserrat"/>
              <a:cs typeface="Montserrat"/>
            </a:endParaRPr>
          </a:p>
          <a:p>
            <a:pPr algn="l">
              <a:defRPr sz="1875" b="0">
                <a:solidFill>
                  <a:srgbClr val="202A30"/>
                </a:solidFill>
                <a:latin typeface="Montserrat"/>
                <a:ea typeface="Montserrat"/>
                <a:cs typeface="Montserrat"/>
              </a:defRPr>
            </a:pPr>
            <a:r>
              <a:rPr sz="1875" b="0">
                <a:solidFill>
                  <a:srgbClr val="202A30"/>
                </a:solidFill>
                <a:latin typeface="Montserrat"/>
                <a:ea typeface="Montserrat"/>
                <a:cs typeface="Montserrat"/>
              </a:rPr>
              <a:t>shared for reference.</a:t>
            </a:r>
            <a:endParaRPr sz="1875" b="0">
              <a:solidFill>
                <a:srgbClr val="202A30"/>
              </a:solidFill>
              <a:latin typeface="Montserrat"/>
              <a:ea typeface="Montserrat"/>
              <a:cs typeface="Montserrat"/>
            </a:endParaRPr>
          </a:p>
          <a:p>
            <a:endParaRPr sz="1875"/>
          </a:p>
          <a:p>
            <a:pPr algn="l">
              <a:defRPr sz="1875" b="0">
                <a:solidFill>
                  <a:srgbClr val="202A30"/>
                </a:solidFill>
                <a:latin typeface="Montserrat"/>
                <a:ea typeface="Montserrat"/>
                <a:cs typeface="Montserrat"/>
              </a:defRPr>
            </a:pPr>
            <a:r>
              <a:rPr sz="1875" b="0">
                <a:solidFill>
                  <a:srgbClr val="202A30"/>
                </a:solidFill>
                <a:latin typeface="Montserrat"/>
                <a:ea typeface="Montserrat"/>
                <a:cs typeface="Montserrat"/>
              </a:rPr>
              <a:t>We are checking fit with</a:t>
            </a:r>
            <a:endParaRPr sz="1875" b="0">
              <a:solidFill>
                <a:srgbClr val="202A30"/>
              </a:solidFill>
              <a:latin typeface="Montserrat"/>
              <a:ea typeface="Montserrat"/>
              <a:cs typeface="Montserrat"/>
            </a:endParaRPr>
          </a:p>
          <a:p>
            <a:pPr algn="l">
              <a:defRPr sz="1875" b="0">
                <a:solidFill>
                  <a:srgbClr val="202A30"/>
                </a:solidFill>
                <a:latin typeface="Montserrat"/>
                <a:ea typeface="Montserrat"/>
                <a:cs typeface="Montserrat"/>
              </a:defRPr>
            </a:pPr>
            <a:r>
              <a:rPr sz="1875" b="0">
                <a:solidFill>
                  <a:srgbClr val="202A30"/>
                </a:solidFill>
                <a:latin typeface="Montserrat"/>
                <a:ea typeface="Montserrat"/>
                <a:cs typeface="Montserrat"/>
              </a:rPr>
              <a:t>the research questions.</a:t>
            </a:r>
            <a:endParaRPr sz="1875" b="0">
              <a:solidFill>
                <a:srgbClr val="202A30"/>
              </a:solidFill>
              <a:latin typeface="Montserrat"/>
              <a:ea typeface="Montserrat"/>
              <a:cs typeface="Montserrat"/>
            </a:endParaRPr>
          </a:p>
          <a:p>
            <a:endParaRPr sz="1875"/>
          </a:p>
          <a:p>
            <a:pPr algn="l">
              <a:defRPr sz="1875" b="0">
                <a:solidFill>
                  <a:srgbClr val="202A30"/>
                </a:solidFill>
                <a:latin typeface="Montserrat"/>
                <a:ea typeface="Montserrat"/>
                <a:cs typeface="Montserrat"/>
              </a:defRPr>
            </a:pPr>
            <a:r>
              <a:rPr sz="1875" b="0">
                <a:solidFill>
                  <a:srgbClr val="202A30"/>
                </a:solidFill>
                <a:latin typeface="Montserrat"/>
                <a:ea typeface="Montserrat"/>
                <a:cs typeface="Montserrat"/>
              </a:rPr>
              <a:t>Comments on gaps or</a:t>
            </a:r>
            <a:endParaRPr sz="1875" b="0">
              <a:solidFill>
                <a:srgbClr val="202A30"/>
              </a:solidFill>
              <a:latin typeface="Montserrat"/>
              <a:ea typeface="Montserrat"/>
              <a:cs typeface="Montserrat"/>
            </a:endParaRPr>
          </a:p>
          <a:p>
            <a:pPr algn="l">
              <a:defRPr sz="1875" b="0">
                <a:solidFill>
                  <a:srgbClr val="202A30"/>
                </a:solidFill>
                <a:latin typeface="Montserrat"/>
                <a:ea typeface="Montserrat"/>
                <a:cs typeface="Montserrat"/>
              </a:defRPr>
            </a:pPr>
            <a:r>
              <a:rPr sz="1875" b="0">
                <a:solidFill>
                  <a:srgbClr val="202A30"/>
                </a:solidFill>
                <a:latin typeface="Montserrat"/>
                <a:ea typeface="Montserrat"/>
                <a:cs typeface="Montserrat"/>
              </a:rPr>
              <a:t>conclusions are welcome.</a:t>
            </a:r>
            <a:endParaRPr sz="1875" b="0">
              <a:solidFill>
                <a:srgbClr val="202A30"/>
              </a:solidFill>
              <a:latin typeface="Montserrat"/>
              <a:ea typeface="Montserrat"/>
              <a:cs typeface="Montserrat"/>
            </a:endParaRPr>
          </a:p>
        </p:txBody>
      </p:sp>
      <p:sp>
        <p:nvSpPr>
          <p:cNvPr id="171" name="finish-this-week"/>
          <p:cNvSpPr>
            <a:spLocks noGrp="1"/>
          </p:cNvSpPr>
          <p:nvPr/>
        </p:nvSpPr>
        <p:spPr>
          <a:xfrm>
            <a:off x="8543925" y="5153025"/>
            <a:ext cx="3076575" cy="342900"/>
          </a:xfrm>
          <a:prstGeom prst="rect">
            <a:avLst/>
          </a:prstGeom>
          <a:noFill/>
          <a:ln w="0">
            <a:noFill/>
          </a:ln>
        </p:spPr>
        <p:txBody>
          <a:bodyPr wrap="square" lIns="0" tIns="0" rIns="0" bIns="0" anchor="t">
            <a:noAutofit/>
          </a:bodyPr>
          <a:lstStyle>
            <a:defPPr algn="l">
              <a:defRPr sz="2100" b="0">
                <a:solidFill>
                  <a:srgbClr val="13A694"/>
                </a:solidFill>
                <a:latin typeface="Bebas Neue" panose="020B0606020202050201"/>
                <a:ea typeface="Bebas Neue" panose="020B0606020202050201"/>
                <a:cs typeface="Bebas Neue" panose="020B0606020202050201"/>
              </a:defRPr>
            </a:defPPr>
          </a:lstStyle>
          <a:p>
            <a:pPr algn="l">
              <a:defRPr sz="2100" b="0">
                <a:solidFill>
                  <a:srgbClr val="13A694"/>
                </a:solidFill>
                <a:latin typeface="Bebas Neue" panose="020B0606020202050201"/>
                <a:ea typeface="Bebas Neue" panose="020B0606020202050201"/>
                <a:cs typeface="Bebas Neue" panose="020B0606020202050201"/>
              </a:defRPr>
            </a:pPr>
            <a:r>
              <a:rPr sz="2100" b="0">
                <a:solidFill>
                  <a:srgbClr val="13A694"/>
                </a:solidFill>
                <a:latin typeface="Bebas Neue" panose="020B0606020202050201"/>
                <a:ea typeface="Bebas Neue" panose="020B0606020202050201"/>
                <a:cs typeface="Bebas Neue" panose="020B0606020202050201"/>
              </a:rPr>
              <a:t>This week</a:t>
            </a:r>
            <a:endParaRPr sz="2100" b="0">
              <a:solidFill>
                <a:srgbClr val="13A694"/>
              </a:solidFill>
              <a:latin typeface="Bebas Neue" panose="020B0606020202050201"/>
              <a:ea typeface="Bebas Neue" panose="020B0606020202050201"/>
              <a:cs typeface="Bebas Neue" panose="020B0606020202050201"/>
            </a:endParaRPr>
          </a:p>
        </p:txBody>
      </p:sp>
      <p:sp>
        <p:nvSpPr>
          <p:cNvPr id="172" name="finish-plan"/>
          <p:cNvSpPr>
            <a:spLocks noGrp="1"/>
          </p:cNvSpPr>
          <p:nvPr/>
        </p:nvSpPr>
        <p:spPr>
          <a:xfrm>
            <a:off x="8543925" y="5505450"/>
            <a:ext cx="3076575" cy="619125"/>
          </a:xfrm>
          <a:prstGeom prst="rect">
            <a:avLst/>
          </a:prstGeom>
          <a:noFill/>
          <a:ln w="0">
            <a:noFill/>
          </a:ln>
        </p:spPr>
        <p:txBody>
          <a:bodyPr wrap="square" lIns="0" tIns="0" rIns="0" bIns="0" anchor="t">
            <a:noAutofit/>
          </a:bodyPr>
          <a:lstStyle>
            <a:defPPr algn="l">
              <a:defRPr sz="1725" b="0">
                <a:solidFill>
                  <a:srgbClr val="202A30"/>
                </a:solidFill>
                <a:latin typeface="Montserrat"/>
                <a:ea typeface="Montserrat"/>
                <a:cs typeface="Montserrat"/>
              </a:defRPr>
            </a:defPPr>
          </a:lstStyle>
          <a:p>
            <a:pPr algn="l">
              <a:defRPr sz="1725" b="0">
                <a:solidFill>
                  <a:srgbClr val="202A30"/>
                </a:solidFill>
                <a:latin typeface="Montserrat"/>
                <a:ea typeface="Montserrat"/>
                <a:cs typeface="Montserrat"/>
              </a:defRPr>
            </a:pPr>
            <a:r>
              <a:rPr sz="1725" b="0">
                <a:solidFill>
                  <a:srgbClr val="202A30"/>
                </a:solidFill>
                <a:latin typeface="Montserrat"/>
                <a:ea typeface="Montserrat"/>
                <a:cs typeface="Montserrat"/>
              </a:rPr>
              <a:t>Complete the ongoing</a:t>
            </a:r>
            <a:endParaRPr sz="1725" b="0">
              <a:solidFill>
                <a:srgbClr val="202A30"/>
              </a:solidFill>
              <a:latin typeface="Montserrat"/>
              <a:ea typeface="Montserrat"/>
              <a:cs typeface="Montserrat"/>
            </a:endParaRPr>
          </a:p>
          <a:p>
            <a:pPr algn="l">
              <a:defRPr sz="1725" b="0">
                <a:solidFill>
                  <a:srgbClr val="202A30"/>
                </a:solidFill>
                <a:latin typeface="Montserrat"/>
                <a:ea typeface="Montserrat"/>
                <a:cs typeface="Montserrat"/>
              </a:defRPr>
            </a:pPr>
            <a:r>
              <a:rPr sz="1725" b="0">
                <a:solidFill>
                  <a:srgbClr val="202A30"/>
                </a:solidFill>
                <a:latin typeface="Montserrat"/>
                <a:ea typeface="Montserrat"/>
                <a:cs typeface="Montserrat"/>
              </a:rPr>
              <a:t>optimization cycle.</a:t>
            </a:r>
            <a:endParaRPr sz="1725" b="0">
              <a:solidFill>
                <a:srgbClr val="202A30"/>
              </a:solidFill>
              <a:latin typeface="Montserrat"/>
              <a:ea typeface="Montserrat"/>
              <a:cs typeface="Montserrat"/>
            </a:endParaRPr>
          </a:p>
        </p:txBody>
      </p:sp>
      <p:sp>
        <p:nvSpPr>
          <p:cNvPr id="173" name="slack-plan"/>
          <p:cNvSpPr>
            <a:spLocks noGrp="1"/>
          </p:cNvSpPr>
          <p:nvPr/>
        </p:nvSpPr>
        <p:spPr>
          <a:xfrm>
            <a:off x="571500" y="6372225"/>
            <a:ext cx="11049000" cy="285750"/>
          </a:xfrm>
          <a:prstGeom prst="rect">
            <a:avLst/>
          </a:prstGeom>
          <a:noFill/>
          <a:ln w="0">
            <a:noFill/>
          </a:ln>
        </p:spPr>
        <p:txBody>
          <a:bodyPr wrap="square" lIns="0" tIns="0" rIns="0" bIns="0" anchor="t">
            <a:noAutofit/>
          </a:bodyPr>
          <a:lstStyle>
            <a:defPPr algn="l">
              <a:defRPr sz="1800" b="1">
                <a:solidFill>
                  <a:srgbClr val="202A30"/>
                </a:solidFill>
                <a:latin typeface="Montserrat"/>
                <a:ea typeface="Montserrat"/>
                <a:cs typeface="Montserrat"/>
              </a:defRPr>
            </a:defPPr>
          </a:lstStyle>
          <a:p>
            <a:pPr algn="l">
              <a:defRPr sz="1800" b="1">
                <a:solidFill>
                  <a:srgbClr val="202A30"/>
                </a:solidFill>
                <a:latin typeface="Montserrat"/>
                <a:ea typeface="Montserrat"/>
                <a:cs typeface="Montserrat"/>
              </a:defRPr>
            </a:pPr>
            <a:r>
              <a:rPr sz="1800" b="1">
                <a:solidFill>
                  <a:srgbClr val="202A30"/>
                </a:solidFill>
                <a:latin typeface="Montserrat"/>
                <a:ea typeface="Montserrat"/>
                <a:cs typeface="Montserrat"/>
              </a:rPr>
              <a:t>Monday, Oct 19: share updated replies on Slack.</a:t>
            </a:r>
            <a:endParaRPr sz="1800" b="1">
              <a:solidFill>
                <a:srgbClr val="202A30"/>
              </a:solidFill>
              <a:latin typeface="Montserrat"/>
              <a:ea typeface="Montserrat"/>
              <a:cs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 name="Google Shape;163;p19"/>
          <p:cNvSpPr>
            <a:spLocks noGrp="1"/>
          </p:cNvSpPr>
          <p:nvPr/>
        </p:nvSpPr>
        <p:spPr>
          <a:xfrm>
            <a:off x="571500" y="742950"/>
            <a:ext cx="11049000" cy="960080"/>
          </a:xfrm>
          <a:prstGeom prst="rect">
            <a:avLst/>
          </a:prstGeom>
          <a:noFill/>
          <a:ln>
            <a:noFill/>
          </a:ln>
        </p:spPr>
        <p:txBody>
          <a:bodyPr spcFirstLastPara="1" wrap="none" lIns="0" tIns="0" rIns="0" bIns="0" anchor="t">
            <a:noAutofit/>
          </a:bodyPr>
          <a:lstStyle>
            <a:defPPr algn="l">
              <a:defRPr sz="5700" b="0">
                <a:solidFill>
                  <a:srgbClr val="13A694"/>
                </a:solidFill>
                <a:latin typeface="Bebas Neue" panose="020B0606020202050201"/>
                <a:ea typeface="Bebas Neue" panose="020B0606020202050201"/>
                <a:cs typeface="Bebas Neue" panose="020B0606020202050201"/>
              </a:defRPr>
            </a:defPPr>
          </a:lstStyle>
          <a:p>
            <a:pPr marL="0" marR="0" lvl="0" indent="0" algn="l">
              <a:lnSpc>
                <a:spcPct val="100000"/>
              </a:lnSpc>
              <a:spcBef>
                <a:spcPts val="0"/>
              </a:spcBef>
              <a:spcAft>
                <a:spcPts val="0"/>
              </a:spcAft>
              <a:buClr>
                <a:srgbClr val="13A694"/>
              </a:buClr>
              <a:buSzPts val="4800"/>
              <a:buFont typeface="Montserrat Medium"/>
              <a:buNone/>
              <a:defRPr sz="5700" b="0">
                <a:solidFill>
                  <a:srgbClr val="13A694"/>
                </a:solidFill>
                <a:latin typeface="Bebas Neue" panose="020B0606020202050201"/>
                <a:ea typeface="Bebas Neue" panose="020B0606020202050201"/>
                <a:cs typeface="Bebas Neue" panose="020B0606020202050201"/>
              </a:defRPr>
            </a:pPr>
            <a:r>
              <a:rPr sz="5700" b="0">
                <a:solidFill>
                  <a:srgbClr val="13A694"/>
                </a:solidFill>
                <a:latin typeface="Bebas Neue" panose="020B0606020202050201"/>
                <a:ea typeface="Bebas Neue" panose="020B0606020202050201"/>
                <a:cs typeface="Bebas Neue" panose="020B0606020202050201"/>
              </a:rPr>
              <a:t>CLAIMS 1.0: label example</a:t>
            </a:r>
            <a:endParaRPr sz="3000" b="0" i="0" u="none" strike="noStrike" cap="none">
              <a:solidFill>
                <a:srgbClr val="3F3F3F"/>
              </a:solidFill>
              <a:latin typeface="Montserrat Medium"/>
              <a:ea typeface="Montserrat Medium"/>
              <a:cs typeface="Montserrat Medium"/>
            </a:endParaRPr>
          </a:p>
        </p:txBody>
      </p:sp>
      <p:sp>
        <p:nvSpPr>
          <p:cNvPr id="164" name="post-context"/>
          <p:cNvSpPr>
            <a:spLocks noGrp="1"/>
          </p:cNvSpPr>
          <p:nvPr/>
        </p:nvSpPr>
        <p:spPr>
          <a:xfrm>
            <a:off x="571500" y="1809750"/>
            <a:ext cx="11049000" cy="333375"/>
          </a:xfrm>
          <a:prstGeom prst="rect">
            <a:avLst/>
          </a:prstGeom>
          <a:noFill/>
          <a:ln w="0">
            <a:noFill/>
          </a:ln>
        </p:spPr>
        <p:txBody>
          <a:bodyPr wrap="square" lIns="0" tIns="0" rIns="0" bIns="0" anchor="t">
            <a:noAutofit/>
          </a:bodyPr>
          <a:lstStyle>
            <a:defPPr algn="l">
              <a:defRPr sz="1875" b="1">
                <a:solidFill>
                  <a:srgbClr val="202A30"/>
                </a:solidFill>
                <a:latin typeface="Montserrat"/>
                <a:ea typeface="Montserrat"/>
                <a:cs typeface="Montserrat"/>
              </a:defRPr>
            </a:defPPr>
          </a:lstStyle>
          <a:p>
            <a:pPr algn="l">
              <a:defRPr sz="1875" b="1">
                <a:solidFill>
                  <a:srgbClr val="202A30"/>
                </a:solidFill>
                <a:latin typeface="Montserrat"/>
                <a:ea typeface="Montserrat"/>
                <a:cs typeface="Montserrat"/>
              </a:defRPr>
            </a:pPr>
            <a:r>
              <a:rPr sz="1875" b="1">
                <a:solidFill>
                  <a:srgbClr val="202A30"/>
                </a:solidFill>
                <a:latin typeface="Montserrat"/>
                <a:ea typeface="Montserrat"/>
                <a:cs typeface="Montserrat"/>
              </a:rPr>
              <a:t>BP Oman, 23 April 2024</a:t>
            </a:r>
            <a:endParaRPr sz="1875" b="1">
              <a:solidFill>
                <a:srgbClr val="202A30"/>
              </a:solidFill>
              <a:latin typeface="Montserrat"/>
              <a:ea typeface="Montserrat"/>
              <a:cs typeface="Montserrat"/>
            </a:endParaRPr>
          </a:p>
        </p:txBody>
      </p:sp>
      <p:sp>
        <p:nvSpPr>
          <p:cNvPr id="165" name="post-quote"/>
          <p:cNvSpPr>
            <a:spLocks noGrp="1"/>
          </p:cNvSpPr>
          <p:nvPr/>
        </p:nvSpPr>
        <p:spPr>
          <a:xfrm>
            <a:off x="571500" y="2190750"/>
            <a:ext cx="11049000" cy="381000"/>
          </a:xfrm>
          <a:prstGeom prst="rect">
            <a:avLst/>
          </a:prstGeom>
          <a:noFill/>
          <a:ln w="0">
            <a:noFill/>
          </a:ln>
        </p:spPr>
        <p:txBody>
          <a:bodyPr wrap="square" lIns="0" tIns="0" rIns="0" bIns="0" anchor="t">
            <a:noAutofit/>
          </a:bodyPr>
          <a:lstStyle>
            <a:defPPr algn="l">
              <a:defRPr sz="2100" b="0">
                <a:solidFill>
                  <a:srgbClr val="202A30"/>
                </a:solidFill>
                <a:latin typeface="Montserrat"/>
                <a:ea typeface="Montserrat"/>
                <a:cs typeface="Montserrat"/>
              </a:defRPr>
            </a:defPPr>
          </a:lstStyle>
          <a:p>
            <a:pPr algn="l">
              <a:defRPr sz="2100" b="0">
                <a:solidFill>
                  <a:srgbClr val="202A30"/>
                </a:solidFill>
                <a:latin typeface="Montserrat"/>
                <a:ea typeface="Montserrat"/>
                <a:cs typeface="Montserrat"/>
              </a:defRPr>
            </a:pPr>
            <a:r>
              <a:rPr sz="2100" b="0">
                <a:solidFill>
                  <a:srgbClr val="202A30"/>
                </a:solidFill>
                <a:latin typeface="Montserrat"/>
                <a:ea typeface="Montserrat"/>
                <a:cs typeface="Montserrat"/>
              </a:rPr>
              <a:t>“affordable, sustainable, and clean energy”</a:t>
            </a:r>
            <a:endParaRPr sz="2100" b="0">
              <a:solidFill>
                <a:srgbClr val="202A30"/>
              </a:solidFill>
              <a:latin typeface="Montserrat"/>
              <a:ea typeface="Montserrat"/>
              <a:cs typeface="Montserrat"/>
            </a:endParaRPr>
          </a:p>
        </p:txBody>
      </p:sp>
      <p:sp>
        <p:nvSpPr>
          <p:cNvPr id="166" name="source-label"/>
          <p:cNvSpPr>
            <a:spLocks noGrp="1"/>
          </p:cNvSpPr>
          <p:nvPr/>
        </p:nvSpPr>
        <p:spPr>
          <a:xfrm>
            <a:off x="571500" y="2733675"/>
            <a:ext cx="5238750" cy="361950"/>
          </a:xfrm>
          <a:prstGeom prst="rect">
            <a:avLst/>
          </a:prstGeom>
          <a:noFill/>
          <a:ln w="0">
            <a:noFill/>
          </a:ln>
        </p:spPr>
        <p:txBody>
          <a:bodyPr wrap="square" lIns="0" tIns="0" rIns="0" bIns="0" anchor="t">
            <a:noAutofit/>
          </a:bodyPr>
          <a:lstStyle>
            <a:defPPr algn="l">
              <a:defRPr sz="2025" b="0">
                <a:solidFill>
                  <a:srgbClr val="13A694"/>
                </a:solidFill>
                <a:latin typeface="Bebas Neue" panose="020B0606020202050201"/>
                <a:ea typeface="Bebas Neue" panose="020B0606020202050201"/>
                <a:cs typeface="Bebas Neue" panose="020B0606020202050201"/>
              </a:defRPr>
            </a:defPPr>
          </a:lstStyle>
          <a:p>
            <a:pPr algn="l">
              <a:defRPr sz="2025" b="0">
                <a:solidFill>
                  <a:srgbClr val="13A694"/>
                </a:solidFill>
                <a:latin typeface="Bebas Neue" panose="020B0606020202050201"/>
                <a:ea typeface="Bebas Neue" panose="020B0606020202050201"/>
                <a:cs typeface="Bebas Neue" panose="020B0606020202050201"/>
              </a:defRPr>
            </a:pPr>
            <a:r>
              <a:rPr sz="2025" b="0">
                <a:solidFill>
                  <a:srgbClr val="13A694"/>
                </a:solidFill>
                <a:latin typeface="Bebas Neue" panose="020B0606020202050201"/>
                <a:ea typeface="Bebas Neue" panose="020B0606020202050201"/>
                <a:cs typeface="Bebas Neue" panose="020B0606020202050201"/>
              </a:rPr>
              <a:t>Original export</a:t>
            </a:r>
            <a:endParaRPr sz="2025" b="0">
              <a:solidFill>
                <a:srgbClr val="13A694"/>
              </a:solidFill>
              <a:latin typeface="Bebas Neue" panose="020B0606020202050201"/>
              <a:ea typeface="Bebas Neue" panose="020B0606020202050201"/>
              <a:cs typeface="Bebas Neue" panose="020B0606020202050201"/>
            </a:endParaRPr>
          </a:p>
        </p:txBody>
      </p:sp>
      <p:sp>
        <p:nvSpPr>
          <p:cNvPr id="167" name="database-label"/>
          <p:cNvSpPr>
            <a:spLocks noGrp="1"/>
          </p:cNvSpPr>
          <p:nvPr/>
        </p:nvSpPr>
        <p:spPr>
          <a:xfrm>
            <a:off x="6286500" y="2733675"/>
            <a:ext cx="5334000" cy="361950"/>
          </a:xfrm>
          <a:prstGeom prst="rect">
            <a:avLst/>
          </a:prstGeom>
          <a:noFill/>
          <a:ln w="0">
            <a:noFill/>
          </a:ln>
        </p:spPr>
        <p:txBody>
          <a:bodyPr wrap="square" lIns="0" tIns="0" rIns="0" bIns="0" anchor="t">
            <a:noAutofit/>
          </a:bodyPr>
          <a:lstStyle>
            <a:defPPr algn="l">
              <a:defRPr sz="2025" b="0">
                <a:solidFill>
                  <a:srgbClr val="13A694"/>
                </a:solidFill>
                <a:latin typeface="Bebas Neue" panose="020B0606020202050201"/>
                <a:ea typeface="Bebas Neue" panose="020B0606020202050201"/>
                <a:cs typeface="Bebas Neue" panose="020B0606020202050201"/>
              </a:defRPr>
            </a:defPPr>
          </a:lstStyle>
          <a:p>
            <a:pPr algn="l">
              <a:defRPr sz="2025" b="0">
                <a:solidFill>
                  <a:srgbClr val="13A694"/>
                </a:solidFill>
                <a:latin typeface="Bebas Neue" panose="020B0606020202050201"/>
                <a:ea typeface="Bebas Neue" panose="020B0606020202050201"/>
                <a:cs typeface="Bebas Neue" panose="020B0606020202050201"/>
              </a:defRPr>
            </a:pPr>
            <a:r>
              <a:rPr sz="2025" b="0">
                <a:solidFill>
                  <a:srgbClr val="13A694"/>
                </a:solidFill>
                <a:latin typeface="Bebas Neue" panose="020B0606020202050201"/>
                <a:ea typeface="Bebas Neue" panose="020B0606020202050201"/>
                <a:cs typeface="Bebas Neue" panose="020B0606020202050201"/>
              </a:rPr>
              <a:t>Saved labels</a:t>
            </a:r>
            <a:endParaRPr sz="2025" b="0">
              <a:solidFill>
                <a:srgbClr val="13A694"/>
              </a:solidFill>
              <a:latin typeface="Bebas Neue" panose="020B0606020202050201"/>
              <a:ea typeface="Bebas Neue" panose="020B0606020202050201"/>
              <a:cs typeface="Bebas Neue" panose="020B0606020202050201"/>
            </a:endParaRPr>
          </a:p>
        </p:txBody>
      </p:sp>
      <p:pic>
        <p:nvPicPr>
          <p:cNvPr id="168" name="图片 167"/>
          <p:cNvPicPr>
            <a:picLocks noChangeAspect="1"/>
          </p:cNvPicPr>
          <p:nvPr/>
        </p:nvPicPr>
        <p:blipFill>
          <a:blip r:embed="rId1"/>
          <a:srcRect l="7733" t="44494" r="55067" b="16831"/>
          <a:stretch>
            <a:fillRect/>
          </a:stretch>
        </p:blipFill>
        <p:spPr>
          <a:xfrm>
            <a:off x="571500" y="3181350"/>
            <a:ext cx="5238750" cy="2476500"/>
          </a:xfrm>
          <a:prstGeom prst="rect">
            <a:avLst/>
          </a:prstGeom>
        </p:spPr>
      </p:pic>
      <p:pic>
        <p:nvPicPr>
          <p:cNvPr id="169" name="图片 168"/>
          <p:cNvPicPr>
            <a:picLocks noChangeAspect="1"/>
          </p:cNvPicPr>
          <p:nvPr/>
        </p:nvPicPr>
        <p:blipFill>
          <a:blip r:embed="rId2"/>
          <a:srcRect l="9362" t="46726" r="49362" b="20162"/>
          <a:stretch>
            <a:fillRect/>
          </a:stretch>
        </p:blipFill>
        <p:spPr>
          <a:xfrm>
            <a:off x="6286500" y="3181350"/>
            <a:ext cx="5334000" cy="2476500"/>
          </a:xfrm>
          <a:prstGeom prst="rect">
            <a:avLst/>
          </a:prstGeom>
        </p:spPr>
      </p:pic>
      <p:sp>
        <p:nvSpPr>
          <p:cNvPr id="170" name="neo-question"/>
          <p:cNvSpPr>
            <a:spLocks noGrp="1"/>
          </p:cNvSpPr>
          <p:nvPr/>
        </p:nvSpPr>
        <p:spPr>
          <a:xfrm>
            <a:off x="571500" y="5915025"/>
            <a:ext cx="11049000" cy="400050"/>
          </a:xfrm>
          <a:prstGeom prst="rect">
            <a:avLst/>
          </a:prstGeom>
          <a:noFill/>
          <a:ln w="0">
            <a:noFill/>
          </a:ln>
        </p:spPr>
        <p:txBody>
          <a:bodyPr wrap="square" lIns="0" tIns="0" rIns="0" bIns="0" anchor="t">
            <a:noAutofit/>
          </a:bodyPr>
          <a:lstStyle>
            <a:defPPr algn="l">
              <a:defRPr sz="2250" b="1">
                <a:solidFill>
                  <a:srgbClr val="13A694"/>
                </a:solidFill>
                <a:latin typeface="Montserrat"/>
                <a:ea typeface="Montserrat"/>
                <a:cs typeface="Montserrat"/>
              </a:defRPr>
            </a:defPPr>
          </a:lstStyle>
          <a:p>
            <a:pPr algn="l">
              <a:defRPr sz="2250" b="1">
                <a:solidFill>
                  <a:srgbClr val="13A694"/>
                </a:solidFill>
                <a:latin typeface="Montserrat"/>
                <a:ea typeface="Montserrat"/>
                <a:cs typeface="Montserrat"/>
              </a:defRPr>
            </a:pPr>
            <a:r>
              <a:rPr sz="2250" b="1">
                <a:solidFill>
                  <a:srgbClr val="13A694"/>
                </a:solidFill>
                <a:latin typeface="Montserrat"/>
                <a:ea typeface="Montserrat"/>
                <a:cs typeface="Montserrat"/>
              </a:rPr>
              <a:t>Open point: consistency with CLAIMS 1.0</a:t>
            </a:r>
            <a:endParaRPr sz="2250" b="1">
              <a:solidFill>
                <a:srgbClr val="13A694"/>
              </a:solidFill>
              <a:latin typeface="Montserrat"/>
              <a:ea typeface="Montserrat"/>
              <a:cs typeface="Montserrat"/>
            </a:endParaRPr>
          </a:p>
        </p:txBody>
      </p:sp>
      <p:sp>
        <p:nvSpPr>
          <p:cNvPr id="171" name="example-question"/>
          <p:cNvSpPr>
            <a:spLocks noGrp="1"/>
          </p:cNvSpPr>
          <p:nvPr/>
        </p:nvSpPr>
        <p:spPr>
          <a:xfrm>
            <a:off x="571500" y="6362700"/>
            <a:ext cx="11049000" cy="352425"/>
          </a:xfrm>
          <a:prstGeom prst="rect">
            <a:avLst/>
          </a:prstGeom>
          <a:noFill/>
          <a:ln w="0">
            <a:noFill/>
          </a:ln>
        </p:spPr>
        <p:txBody>
          <a:bodyPr wrap="square" lIns="0" tIns="0" rIns="0" bIns="0" anchor="t">
            <a:noAutofit/>
          </a:bodyPr>
          <a:lstStyle>
            <a:defPPr algn="l">
              <a:defRPr sz="1950" b="0">
                <a:solidFill>
                  <a:srgbClr val="202A30"/>
                </a:solidFill>
                <a:latin typeface="Montserrat"/>
                <a:ea typeface="Montserrat"/>
                <a:cs typeface="Montserrat"/>
              </a:defRPr>
            </a:defPPr>
          </a:lstStyle>
          <a:p>
            <a:pPr algn="l">
              <a:defRPr sz="1950" b="0">
                <a:solidFill>
                  <a:srgbClr val="202A30"/>
                </a:solidFill>
                <a:latin typeface="Montserrat"/>
                <a:ea typeface="Montserrat"/>
                <a:cs typeface="Montserrat"/>
              </a:defRPr>
            </a:pPr>
            <a:r>
              <a:rPr sz="1950" b="0">
                <a:solidFill>
                  <a:srgbClr val="202A30"/>
                </a:solidFill>
                <a:latin typeface="Montserrat"/>
                <a:ea typeface="Montserrat"/>
                <a:cs typeface="Montserrat"/>
              </a:rPr>
              <a:t>Whether “clean energy” counts as renewable energy here.</a:t>
            </a:r>
            <a:endParaRPr sz="1950" b="0">
              <a:solidFill>
                <a:srgbClr val="202A30"/>
              </a:solidFill>
              <a:latin typeface="Montserrat"/>
              <a:ea typeface="Montserrat"/>
              <a:cs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 name="Google Shape;163;p19"/>
          <p:cNvSpPr>
            <a:spLocks noGrp="1"/>
          </p:cNvSpPr>
          <p:nvPr/>
        </p:nvSpPr>
        <p:spPr>
          <a:xfrm>
            <a:off x="571500" y="742950"/>
            <a:ext cx="11049000" cy="960080"/>
          </a:xfrm>
          <a:prstGeom prst="rect">
            <a:avLst/>
          </a:prstGeom>
          <a:noFill/>
          <a:ln>
            <a:noFill/>
          </a:ln>
        </p:spPr>
        <p:txBody>
          <a:bodyPr spcFirstLastPara="1" wrap="none" lIns="0" tIns="0" rIns="0" bIns="0" anchor="t">
            <a:noAutofit/>
          </a:bodyPr>
          <a:lstStyle>
            <a:defPPr algn="l">
              <a:defRPr sz="5700" b="0">
                <a:solidFill>
                  <a:srgbClr val="13A694"/>
                </a:solidFill>
                <a:latin typeface="Bebas Neue" panose="020B0606020202050201"/>
                <a:ea typeface="Bebas Neue" panose="020B0606020202050201"/>
                <a:cs typeface="Bebas Neue" panose="020B0606020202050201"/>
              </a:defRPr>
            </a:defPPr>
          </a:lstStyle>
          <a:p>
            <a:pPr marL="0" marR="0" lvl="0" indent="0" algn="l">
              <a:lnSpc>
                <a:spcPct val="100000"/>
              </a:lnSpc>
              <a:spcBef>
                <a:spcPts val="0"/>
              </a:spcBef>
              <a:spcAft>
                <a:spcPts val="0"/>
              </a:spcAft>
              <a:buClr>
                <a:srgbClr val="13A694"/>
              </a:buClr>
              <a:buSzPts val="4800"/>
              <a:buFont typeface="Montserrat Medium"/>
              <a:buNone/>
              <a:defRPr sz="5700" b="0">
                <a:solidFill>
                  <a:srgbClr val="13A694"/>
                </a:solidFill>
                <a:latin typeface="Bebas Neue" panose="020B0606020202050201"/>
                <a:ea typeface="Bebas Neue" panose="020B0606020202050201"/>
                <a:cs typeface="Bebas Neue" panose="020B0606020202050201"/>
              </a:defRPr>
            </a:pPr>
            <a:r>
              <a:rPr sz="5700" b="0">
                <a:solidFill>
                  <a:srgbClr val="13A694"/>
                </a:solidFill>
                <a:latin typeface="Bebas Neue" panose="020B0606020202050201"/>
                <a:ea typeface="Bebas Neue" panose="020B0606020202050201"/>
                <a:cs typeface="Bebas Neue" panose="020B0606020202050201"/>
              </a:rPr>
              <a:t>Next steps</a:t>
            </a:r>
            <a:endParaRPr sz="3000" b="0" i="0" u="none" strike="noStrike" cap="none">
              <a:solidFill>
                <a:srgbClr val="3F3F3F"/>
              </a:solidFill>
              <a:latin typeface="Montserrat Medium"/>
              <a:ea typeface="Montserrat Medium"/>
              <a:cs typeface="Montserrat Medium"/>
            </a:endParaRPr>
          </a:p>
        </p:txBody>
      </p:sp>
      <p:graphicFrame>
        <p:nvGraphicFramePr>
          <p:cNvPr id="164" name="表格 163"/>
          <p:cNvGraphicFramePr/>
          <p:nvPr/>
        </p:nvGraphicFramePr>
        <p:xfrm>
          <a:off x="571500" y="1905000"/>
          <a:ext cx="11049000" cy="4114800"/>
        </p:xfrm>
        <a:graphic>
          <a:graphicData uri="http://schemas.openxmlformats.org/drawingml/2006/table">
            <a:tbl>
              <a:tblPr firstRow="1"/>
              <a:tblGrid>
                <a:gridCol w="2857500"/>
                <a:gridCol w="8191500"/>
              </a:tblGrid>
              <a:tr h="457200">
                <a:tc>
                  <a:txBody>
                    <a:bodyPr/>
                    <a:lstStyle/>
                    <a:p>
                      <a:pPr algn="l"/>
                      <a:r>
                        <a:rPr sz="1875" b="1">
                          <a:solidFill>
                            <a:srgbClr val="FFFFFF"/>
                          </a:solidFill>
                          <a:latin typeface="Montserrat"/>
                          <a:ea typeface="Montserrat"/>
                          <a:cs typeface="Montserrat"/>
                        </a:rPr>
                        <a:t>Workstream</a:t>
                      </a:r>
                      <a:endParaRPr sz="1875" b="1">
                        <a:solidFill>
                          <a:srgbClr val="FFFFFF"/>
                        </a:solidFill>
                        <a:latin typeface="Montserrat"/>
                        <a:ea typeface="Montserrat"/>
                        <a:cs typeface="Montserrat"/>
                      </a:endParaRPr>
                    </a:p>
                  </a:txBody>
                  <a:tcPr marL="152400" marR="152400" marT="95250" marB="95250" anchor="ctr">
                    <a:lnL w="5715">
                      <a:solidFill>
                        <a:srgbClr val="D9E5D8"/>
                      </a:solidFill>
                      <a:prstDash val="solid"/>
                    </a:lnL>
                    <a:lnR w="5715">
                      <a:solidFill>
                        <a:srgbClr val="D9E5D8"/>
                      </a:solidFill>
                      <a:prstDash val="solid"/>
                    </a:lnR>
                    <a:lnT w="5715">
                      <a:solidFill>
                        <a:srgbClr val="D9E5D8"/>
                      </a:solidFill>
                      <a:prstDash val="solid"/>
                    </a:lnT>
                    <a:lnB w="5715">
                      <a:solidFill>
                        <a:srgbClr val="D9E5D8"/>
                      </a:solidFill>
                      <a:prstDash val="solid"/>
                    </a:lnB>
                    <a:solidFill>
                      <a:srgbClr val="13A694"/>
                    </a:solidFill>
                  </a:tcPr>
                </a:tc>
                <a:tc>
                  <a:txBody>
                    <a:bodyPr/>
                    <a:lstStyle/>
                    <a:p>
                      <a:pPr algn="l"/>
                      <a:r>
                        <a:rPr sz="1875" b="1">
                          <a:solidFill>
                            <a:srgbClr val="FFFFFF"/>
                          </a:solidFill>
                          <a:latin typeface="Montserrat"/>
                          <a:ea typeface="Montserrat"/>
                          <a:cs typeface="Montserrat"/>
                        </a:rPr>
                        <a:t>Planned delivery</a:t>
                      </a:r>
                      <a:endParaRPr sz="1875" b="1">
                        <a:solidFill>
                          <a:srgbClr val="FFFFFF"/>
                        </a:solidFill>
                        <a:latin typeface="Montserrat"/>
                        <a:ea typeface="Montserrat"/>
                        <a:cs typeface="Montserrat"/>
                      </a:endParaRPr>
                    </a:p>
                  </a:txBody>
                  <a:tcPr marL="152400" marR="152400" marT="95250" marB="95250" anchor="ctr">
                    <a:lnR w="5715">
                      <a:solidFill>
                        <a:srgbClr val="D9E5D8"/>
                      </a:solidFill>
                      <a:prstDash val="solid"/>
                    </a:lnR>
                    <a:lnT w="5715">
                      <a:solidFill>
                        <a:srgbClr val="D9E5D8"/>
                      </a:solidFill>
                      <a:prstDash val="solid"/>
                    </a:lnT>
                    <a:lnB w="5715">
                      <a:solidFill>
                        <a:srgbClr val="D9E5D8"/>
                      </a:solidFill>
                      <a:prstDash val="solid"/>
                    </a:lnB>
                    <a:solidFill>
                      <a:srgbClr val="13A694"/>
                    </a:solidFill>
                  </a:tcPr>
                </a:tc>
              </a:tr>
              <a:tr h="914400">
                <a:tc>
                  <a:txBody>
                    <a:bodyPr/>
                    <a:lstStyle/>
                    <a:p>
                      <a:pPr algn="l"/>
                      <a:r>
                        <a:rPr sz="1875" b="1">
                          <a:solidFill>
                            <a:srgbClr val="202A30"/>
                          </a:solidFill>
                          <a:latin typeface="Montserrat"/>
                          <a:ea typeface="Montserrat"/>
                          <a:cs typeface="Montserrat"/>
                        </a:rPr>
                        <a:t>Source highlighting</a:t>
                      </a:r>
                      <a:endParaRPr sz="1875" b="1">
                        <a:solidFill>
                          <a:srgbClr val="202A30"/>
                        </a:solidFill>
                        <a:latin typeface="Montserrat"/>
                        <a:ea typeface="Montserrat"/>
                        <a:cs typeface="Montserrat"/>
                      </a:endParaRPr>
                    </a:p>
                  </a:txBody>
                  <a:tcPr marL="152400" marR="152400" marT="95250" marB="95250" anchor="ctr">
                    <a:lnL w="5715">
                      <a:solidFill>
                        <a:srgbClr val="D9E5D8"/>
                      </a:solidFill>
                      <a:prstDash val="solid"/>
                    </a:lnL>
                    <a:lnR w="5715">
                      <a:solidFill>
                        <a:srgbClr val="D9E5D8"/>
                      </a:solidFill>
                      <a:prstDash val="solid"/>
                    </a:lnR>
                    <a:lnB w="5715">
                      <a:solidFill>
                        <a:srgbClr val="D9E5D8"/>
                      </a:solidFill>
                      <a:prstDash val="solid"/>
                    </a:lnB>
                    <a:solidFill>
                      <a:srgbClr val="FFFFFF"/>
                    </a:solidFill>
                  </a:tcPr>
                </a:tc>
                <a:tc>
                  <a:txBody>
                    <a:bodyPr/>
                    <a:lstStyle/>
                    <a:p>
                      <a:pPr algn="l"/>
                      <a:r>
                        <a:rPr sz="1800" b="0">
                          <a:solidFill>
                            <a:srgbClr val="202A30"/>
                          </a:solidFill>
                          <a:latin typeface="Montserrat"/>
                          <a:ea typeface="Montserrat"/>
                          <a:cs typeface="Montserrat"/>
                        </a:rPr>
                        <a:t>Open the source from an answer citation.</a:t>
                      </a:r>
                      <a:endParaRPr sz="1800" b="0">
                        <a:solidFill>
                          <a:srgbClr val="202A30"/>
                        </a:solidFill>
                        <a:latin typeface="Montserrat"/>
                        <a:ea typeface="Montserrat"/>
                        <a:cs typeface="Montserrat"/>
                      </a:endParaRPr>
                    </a:p>
                    <a:p>
                      <a:pPr algn="l"/>
                      <a:r>
                        <a:rPr sz="1800" b="0">
                          <a:solidFill>
                            <a:srgbClr val="202A30"/>
                          </a:solidFill>
                          <a:latin typeface="Montserrat"/>
                          <a:ea typeface="Montserrat"/>
                          <a:cs typeface="Montserrat"/>
                        </a:rPr>
                        <a:t>Scroll to and highlight the matching passage.</a:t>
                      </a:r>
                      <a:endParaRPr sz="1800" b="0">
                        <a:solidFill>
                          <a:srgbClr val="202A30"/>
                        </a:solidFill>
                        <a:latin typeface="Montserrat"/>
                        <a:ea typeface="Montserrat"/>
                        <a:cs typeface="Montserrat"/>
                      </a:endParaRPr>
                    </a:p>
                  </a:txBody>
                  <a:tcPr marL="152400" marR="152400" marT="95250" marB="95250" anchor="ctr">
                    <a:lnR w="5715">
                      <a:solidFill>
                        <a:srgbClr val="D9E5D8"/>
                      </a:solidFill>
                      <a:prstDash val="solid"/>
                    </a:lnR>
                    <a:lnB w="5715">
                      <a:solidFill>
                        <a:srgbClr val="D9E5D8"/>
                      </a:solidFill>
                      <a:prstDash val="solid"/>
                    </a:lnB>
                    <a:solidFill>
                      <a:srgbClr val="FFFFFF"/>
                    </a:solidFill>
                  </a:tcPr>
                </a:tc>
              </a:tr>
              <a:tr h="914400">
                <a:tc>
                  <a:txBody>
                    <a:bodyPr/>
                    <a:lstStyle/>
                    <a:p>
                      <a:pPr algn="l"/>
                      <a:r>
                        <a:rPr sz="1875" b="1">
                          <a:solidFill>
                            <a:srgbClr val="202A30"/>
                          </a:solidFill>
                          <a:latin typeface="Montserrat"/>
                          <a:ea typeface="Montserrat"/>
                          <a:cs typeface="Montserrat"/>
                        </a:rPr>
                        <a:t>Native and social</a:t>
                      </a:r>
                      <a:endParaRPr sz="1875" b="1">
                        <a:solidFill>
                          <a:srgbClr val="202A30"/>
                        </a:solidFill>
                        <a:latin typeface="Montserrat"/>
                        <a:ea typeface="Montserrat"/>
                        <a:cs typeface="Montserrat"/>
                      </a:endParaRPr>
                    </a:p>
                    <a:p>
                      <a:pPr algn="l"/>
                      <a:r>
                        <a:rPr sz="1875" b="1">
                          <a:solidFill>
                            <a:srgbClr val="202A30"/>
                          </a:solidFill>
                          <a:latin typeface="Montserrat"/>
                          <a:ea typeface="Montserrat"/>
                          <a:cs typeface="Montserrat"/>
                        </a:rPr>
                        <a:t>comparison</a:t>
                      </a:r>
                      <a:endParaRPr sz="1875" b="1">
                        <a:solidFill>
                          <a:srgbClr val="202A30"/>
                        </a:solidFill>
                        <a:latin typeface="Montserrat"/>
                        <a:ea typeface="Montserrat"/>
                        <a:cs typeface="Montserrat"/>
                      </a:endParaRPr>
                    </a:p>
                  </a:txBody>
                  <a:tcPr marL="152400" marR="152400" marT="95250" marB="95250" anchor="ctr">
                    <a:lnL w="5715">
                      <a:solidFill>
                        <a:srgbClr val="D9E5D8"/>
                      </a:solidFill>
                      <a:prstDash val="solid"/>
                    </a:lnL>
                    <a:lnR w="5715">
                      <a:solidFill>
                        <a:srgbClr val="D9E5D8"/>
                      </a:solidFill>
                      <a:prstDash val="solid"/>
                    </a:lnR>
                    <a:lnB w="5715">
                      <a:solidFill>
                        <a:srgbClr val="D9E5D8"/>
                      </a:solidFill>
                      <a:prstDash val="solid"/>
                    </a:lnB>
                    <a:solidFill>
                      <a:srgbClr val="FFFFFF"/>
                    </a:solidFill>
                  </a:tcPr>
                </a:tc>
                <a:tc>
                  <a:txBody>
                    <a:bodyPr/>
                    <a:lstStyle/>
                    <a:p>
                      <a:pPr algn="l"/>
                      <a:r>
                        <a:rPr sz="1800" b="0">
                          <a:solidFill>
                            <a:srgbClr val="202A30"/>
                          </a:solidFill>
                          <a:latin typeface="Montserrat"/>
                          <a:ea typeface="Montserrat"/>
                          <a:cs typeface="Montserrat"/>
                        </a:rPr>
                        <a:t>Compare companies and themes over the same period.</a:t>
                      </a:r>
                      <a:endParaRPr sz="1800" b="0">
                        <a:solidFill>
                          <a:srgbClr val="202A30"/>
                        </a:solidFill>
                        <a:latin typeface="Montserrat"/>
                        <a:ea typeface="Montserrat"/>
                        <a:cs typeface="Montserrat"/>
                      </a:endParaRPr>
                    </a:p>
                    <a:p>
                      <a:pPr algn="l"/>
                      <a:r>
                        <a:rPr sz="1800" b="0">
                          <a:solidFill>
                            <a:srgbClr val="202A30"/>
                          </a:solidFill>
                          <a:latin typeface="Montserrat"/>
                          <a:ea typeface="Montserrat"/>
                          <a:cs typeface="Montserrat"/>
                        </a:rPr>
                        <a:t>Show separate time series for ads and social posts.</a:t>
                      </a:r>
                      <a:endParaRPr sz="1800" b="0">
                        <a:solidFill>
                          <a:srgbClr val="202A30"/>
                        </a:solidFill>
                        <a:latin typeface="Montserrat"/>
                        <a:ea typeface="Montserrat"/>
                        <a:cs typeface="Montserrat"/>
                      </a:endParaRPr>
                    </a:p>
                  </a:txBody>
                  <a:tcPr marL="152400" marR="152400" marT="95250" marB="95250" anchor="ctr">
                    <a:lnR w="5715">
                      <a:solidFill>
                        <a:srgbClr val="D9E5D8"/>
                      </a:solidFill>
                      <a:prstDash val="solid"/>
                    </a:lnR>
                    <a:lnB w="5715">
                      <a:solidFill>
                        <a:srgbClr val="D9E5D8"/>
                      </a:solidFill>
                      <a:prstDash val="solid"/>
                    </a:lnB>
                    <a:solidFill>
                      <a:srgbClr val="FFFFFF"/>
                    </a:solidFill>
                  </a:tcPr>
                </a:tc>
              </a:tr>
              <a:tr h="914400">
                <a:tc>
                  <a:txBody>
                    <a:bodyPr/>
                    <a:lstStyle/>
                    <a:p>
                      <a:pPr algn="l"/>
                      <a:r>
                        <a:rPr sz="1875" b="1">
                          <a:solidFill>
                            <a:srgbClr val="202A30"/>
                          </a:solidFill>
                          <a:latin typeface="Montserrat"/>
                          <a:ea typeface="Montserrat"/>
                          <a:cs typeface="Montserrat"/>
                        </a:rPr>
                        <a:t>Release and feedback</a:t>
                      </a:r>
                      <a:endParaRPr sz="1875" b="1">
                        <a:solidFill>
                          <a:srgbClr val="202A30"/>
                        </a:solidFill>
                        <a:latin typeface="Montserrat"/>
                        <a:ea typeface="Montserrat"/>
                        <a:cs typeface="Montserrat"/>
                      </a:endParaRPr>
                    </a:p>
                  </a:txBody>
                  <a:tcPr marL="152400" marR="152400" marT="95250" marB="95250" anchor="ctr">
                    <a:lnL w="5715">
                      <a:solidFill>
                        <a:srgbClr val="D9E5D8"/>
                      </a:solidFill>
                      <a:prstDash val="solid"/>
                    </a:lnL>
                    <a:lnR w="5715">
                      <a:solidFill>
                        <a:srgbClr val="D9E5D8"/>
                      </a:solidFill>
                      <a:prstDash val="solid"/>
                    </a:lnR>
                    <a:lnB w="5715">
                      <a:solidFill>
                        <a:srgbClr val="D9E5D8"/>
                      </a:solidFill>
                      <a:prstDash val="solid"/>
                    </a:lnB>
                    <a:solidFill>
                      <a:srgbClr val="FFFFFF"/>
                    </a:solidFill>
                  </a:tcPr>
                </a:tc>
                <a:tc>
                  <a:txBody>
                    <a:bodyPr/>
                    <a:lstStyle/>
                    <a:p>
                      <a:pPr algn="l"/>
                      <a:r>
                        <a:rPr sz="1800" b="0">
                          <a:solidFill>
                            <a:srgbClr val="202A30"/>
                          </a:solidFill>
                          <a:latin typeface="Montserrat"/>
                          <a:ea typeface="Montserrat"/>
                          <a:cs typeface="Montserrat"/>
                        </a:rPr>
                        <a:t>Publish the dashboard with stable Ask the data.</a:t>
                      </a:r>
                      <a:endParaRPr sz="1800" b="0">
                        <a:solidFill>
                          <a:srgbClr val="202A30"/>
                        </a:solidFill>
                        <a:latin typeface="Montserrat"/>
                        <a:ea typeface="Montserrat"/>
                        <a:cs typeface="Montserrat"/>
                      </a:endParaRPr>
                    </a:p>
                    <a:p>
                      <a:pPr algn="l"/>
                      <a:r>
                        <a:rPr sz="1800" b="0">
                          <a:solidFill>
                            <a:srgbClr val="202A30"/>
                          </a:solidFill>
                          <a:latin typeface="Montserrat"/>
                          <a:ea typeface="Montserrat"/>
                          <a:cs typeface="Montserrat"/>
                        </a:rPr>
                        <a:t>Use review feedback to improve the replies.</a:t>
                      </a:r>
                      <a:endParaRPr sz="1800" b="0">
                        <a:solidFill>
                          <a:srgbClr val="202A30"/>
                        </a:solidFill>
                        <a:latin typeface="Montserrat"/>
                        <a:ea typeface="Montserrat"/>
                        <a:cs typeface="Montserrat"/>
                      </a:endParaRPr>
                    </a:p>
                  </a:txBody>
                  <a:tcPr marL="152400" marR="152400" marT="95250" marB="95250" anchor="ctr">
                    <a:lnR w="5715">
                      <a:solidFill>
                        <a:srgbClr val="D9E5D8"/>
                      </a:solidFill>
                      <a:prstDash val="solid"/>
                    </a:lnR>
                    <a:lnB w="5715">
                      <a:solidFill>
                        <a:srgbClr val="D9E5D8"/>
                      </a:solidFill>
                      <a:prstDash val="solid"/>
                    </a:lnB>
                    <a:solidFill>
                      <a:srgbClr val="FFFFFF"/>
                    </a:solidFill>
                  </a:tcPr>
                </a:tc>
              </a:tr>
              <a:tr h="914400">
                <a:tc>
                  <a:txBody>
                    <a:bodyPr/>
                    <a:lstStyle/>
                    <a:p>
                      <a:pPr algn="l"/>
                      <a:r>
                        <a:rPr sz="1875" b="1">
                          <a:solidFill>
                            <a:srgbClr val="202A30"/>
                          </a:solidFill>
                          <a:latin typeface="Montserrat"/>
                          <a:ea typeface="Montserrat"/>
                          <a:cs typeface="Montserrat"/>
                        </a:rPr>
                        <a:t>Validation and CLAIMS</a:t>
                      </a:r>
                      <a:endParaRPr sz="1875" b="1">
                        <a:solidFill>
                          <a:srgbClr val="202A30"/>
                        </a:solidFill>
                        <a:latin typeface="Montserrat"/>
                        <a:ea typeface="Montserrat"/>
                        <a:cs typeface="Montserrat"/>
                      </a:endParaRPr>
                    </a:p>
                  </a:txBody>
                  <a:tcPr marL="152400" marR="152400" marT="95250" marB="95250" anchor="ctr">
                    <a:lnL w="5715">
                      <a:solidFill>
                        <a:srgbClr val="D9E5D8"/>
                      </a:solidFill>
                      <a:prstDash val="solid"/>
                    </a:lnL>
                    <a:lnR w="5715">
                      <a:solidFill>
                        <a:srgbClr val="D9E5D8"/>
                      </a:solidFill>
                      <a:prstDash val="solid"/>
                    </a:lnR>
                    <a:lnB w="5715">
                      <a:solidFill>
                        <a:srgbClr val="D9E5D8"/>
                      </a:solidFill>
                      <a:prstDash val="solid"/>
                    </a:lnB>
                    <a:solidFill>
                      <a:srgbClr val="FFFFFF"/>
                    </a:solidFill>
                  </a:tcPr>
                </a:tc>
                <a:tc>
                  <a:txBody>
                    <a:bodyPr/>
                    <a:lstStyle/>
                    <a:p>
                      <a:pPr algn="l"/>
                      <a:r>
                        <a:rPr sz="1800" b="0">
                          <a:solidFill>
                            <a:srgbClr val="202A30"/>
                          </a:solidFill>
                          <a:latin typeface="Montserrat"/>
                          <a:ea typeface="Montserrat"/>
                          <a:cs typeface="Montserrat"/>
                        </a:rPr>
                        <a:t>Confirm the labels and expand evaluation.</a:t>
                      </a:r>
                      <a:endParaRPr sz="1800" b="0">
                        <a:solidFill>
                          <a:srgbClr val="202A30"/>
                        </a:solidFill>
                        <a:latin typeface="Montserrat"/>
                        <a:ea typeface="Montserrat"/>
                        <a:cs typeface="Montserrat"/>
                      </a:endParaRPr>
                    </a:p>
                    <a:p>
                      <a:pPr algn="l"/>
                      <a:r>
                        <a:rPr sz="1800" b="0">
                          <a:solidFill>
                            <a:srgbClr val="202A30"/>
                          </a:solidFill>
                          <a:latin typeface="Montserrat"/>
                          <a:ea typeface="Montserrat"/>
                          <a:cs typeface="Montserrat"/>
                        </a:rPr>
                        <a:t>Check dates and source-to-dashboard consistency.</a:t>
                      </a:r>
                      <a:endParaRPr sz="1800" b="0">
                        <a:solidFill>
                          <a:srgbClr val="202A30"/>
                        </a:solidFill>
                        <a:latin typeface="Montserrat"/>
                        <a:ea typeface="Montserrat"/>
                        <a:cs typeface="Montserrat"/>
                      </a:endParaRPr>
                    </a:p>
                  </a:txBody>
                  <a:tcPr marL="152400" marR="152400" marT="95250" marB="95250" anchor="ctr">
                    <a:lnR w="5715">
                      <a:solidFill>
                        <a:srgbClr val="D9E5D8"/>
                      </a:solidFill>
                      <a:prstDash val="solid"/>
                    </a:lnR>
                    <a:lnB w="5715">
                      <a:solidFill>
                        <a:srgbClr val="D9E5D8"/>
                      </a:solidFill>
                      <a:prstDash val="solid"/>
                    </a:lnB>
                    <a:solidFill>
                      <a:srgbClr val="FFFFFF"/>
                    </a:solidFill>
                  </a:tcPr>
                </a:tc>
              </a:tr>
            </a:tbl>
          </a:graphicData>
        </a:graphic>
      </p:graphicFrame>
      <p:sp>
        <p:nvSpPr>
          <p:cNvPr id="165" name="future-platforms"/>
          <p:cNvSpPr>
            <a:spLocks noGrp="1"/>
          </p:cNvSpPr>
          <p:nvPr/>
        </p:nvSpPr>
        <p:spPr>
          <a:xfrm>
            <a:off x="571500" y="6267450"/>
            <a:ext cx="11049000" cy="361950"/>
          </a:xfrm>
          <a:prstGeom prst="rect">
            <a:avLst/>
          </a:prstGeom>
          <a:noFill/>
          <a:ln w="0">
            <a:noFill/>
          </a:ln>
        </p:spPr>
        <p:txBody>
          <a:bodyPr wrap="square" lIns="0" tIns="0" rIns="0" bIns="0" anchor="t">
            <a:noAutofit/>
          </a:bodyPr>
          <a:lstStyle>
            <a:defPPr algn="l">
              <a:defRPr sz="1875" b="1">
                <a:solidFill>
                  <a:srgbClr val="202A30"/>
                </a:solidFill>
                <a:latin typeface="Montserrat"/>
                <a:ea typeface="Montserrat"/>
                <a:cs typeface="Montserrat"/>
              </a:defRPr>
            </a:defPPr>
          </a:lstStyle>
          <a:p>
            <a:pPr algn="l">
              <a:defRPr sz="1875" b="1">
                <a:solidFill>
                  <a:srgbClr val="202A30"/>
                </a:solidFill>
                <a:latin typeface="Montserrat"/>
                <a:ea typeface="Montserrat"/>
                <a:cs typeface="Montserrat"/>
              </a:defRPr>
            </a:pPr>
            <a:r>
              <a:rPr sz="1875" b="1">
                <a:solidFill>
                  <a:srgbClr val="202A30"/>
                </a:solidFill>
                <a:latin typeface="Montserrat"/>
                <a:ea typeface="Montserrat"/>
                <a:cs typeface="Montserrat"/>
              </a:rPr>
              <a:t>Next data expansion: Facebook and Instagram.</a:t>
            </a:r>
            <a:endParaRPr sz="1875" b="1">
              <a:solidFill>
                <a:srgbClr val="202A30"/>
              </a:solidFill>
              <a:latin typeface="Montserrat"/>
              <a:ea typeface="Montserrat"/>
              <a:cs typeface="Montserrat"/>
            </a:endParaRPr>
          </a:p>
        </p:txBody>
      </p:sp>
    </p:spTree>
  </p:cSld>
  <p:clrMapOvr>
    <a:masterClrMapping/>
  </p:clrMapOvr>
</p:sld>
</file>

<file path=ppt/theme/theme1.xml><?xml version="1.0" encoding="utf-8"?>
<a:theme xmlns:a="http://schemas.openxmlformats.org/drawingml/2006/main" name="Dividend">
  <a:themeElements>
    <a:clrScheme name="Custom 4">
      <a:dk1>
        <a:srgbClr val="000000"/>
      </a:dk1>
      <a:lt1>
        <a:srgbClr val="FFFFFF"/>
      </a:lt1>
      <a:dk2>
        <a:srgbClr val="3D3D3D"/>
      </a:dk2>
      <a:lt2>
        <a:srgbClr val="EBEBEB"/>
      </a:lt2>
      <a:accent1>
        <a:srgbClr val="000000"/>
      </a:accent1>
      <a:accent2>
        <a:srgbClr val="13A694"/>
      </a:accent2>
      <a:accent3>
        <a:srgbClr val="D9E5D8"/>
      </a:accent3>
      <a:accent4>
        <a:srgbClr val="A9A9A9"/>
      </a:accent4>
      <a:accent5>
        <a:srgbClr val="66B1CE"/>
      </a:accent5>
      <a:accent6>
        <a:srgbClr val="40619D"/>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vidend">
  <a:themeElements>
    <a:clrScheme name="Custom 4">
      <a:dk1>
        <a:srgbClr val="000000"/>
      </a:dk1>
      <a:lt1>
        <a:srgbClr val="FFFFFF"/>
      </a:lt1>
      <a:dk2>
        <a:srgbClr val="3D3D3D"/>
      </a:dk2>
      <a:lt2>
        <a:srgbClr val="EBEBEB"/>
      </a:lt2>
      <a:accent1>
        <a:srgbClr val="000000"/>
      </a:accent1>
      <a:accent2>
        <a:srgbClr val="13A694"/>
      </a:accent2>
      <a:accent3>
        <a:srgbClr val="D9E5D8"/>
      </a:accent3>
      <a:accent4>
        <a:srgbClr val="A9A9A9"/>
      </a:accent4>
      <a:accent5>
        <a:srgbClr val="66B1CE"/>
      </a:accent5>
      <a:accent6>
        <a:srgbClr val="40619D"/>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1452</Words>
  <Application>WPS 演示</Application>
  <PresentationFormat>Converted Presentation</PresentationFormat>
  <Paragraphs>103</Paragraphs>
  <Slides>4</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vt:i4>
      </vt:variant>
    </vt:vector>
  </HeadingPairs>
  <TitlesOfParts>
    <vt:vector size="17" baseType="lpstr">
      <vt:lpstr>Arial</vt:lpstr>
      <vt:lpstr>宋体</vt:lpstr>
      <vt:lpstr>Wingdings</vt:lpstr>
      <vt:lpstr>Arial</vt:lpstr>
      <vt:lpstr>Montserrat Medium</vt:lpstr>
      <vt:lpstr>Noto Sans Symbols</vt:lpstr>
      <vt:lpstr>Segoe Print</vt:lpstr>
      <vt:lpstr>Gill Sans</vt:lpstr>
      <vt:lpstr>Bebas Neue</vt:lpstr>
      <vt:lpstr>Montserrat</vt:lpstr>
      <vt:lpstr>微软雅黑</vt:lpstr>
      <vt:lpstr>Arial Unicode MS</vt:lpstr>
      <vt:lpstr>Dividend</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姚博川</cp:lastModifiedBy>
  <cp:revision>1</cp:revision>
  <dcterms:created xsi:type="dcterms:W3CDTF">2026-10-15T23:43:39Z</dcterms:created>
  <dcterms:modified xsi:type="dcterms:W3CDTF">2026-10-15T23:43:39Z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DC57A1C27DF14A88B4D3DB311E190E59_12</vt:lpwstr>
  </property>
</Properties>
</file>